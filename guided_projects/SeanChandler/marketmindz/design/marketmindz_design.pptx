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11C"/>
    <a:srgbClr val="F4DE3A"/>
    <a:srgbClr val="608F3D"/>
    <a:srgbClr val="A2CF49"/>
    <a:srgbClr val="97E9D5"/>
    <a:srgbClr val="41AEBD"/>
    <a:srgbClr val="94D7E4"/>
    <a:srgbClr val="455F51"/>
    <a:srgbClr val="48D8B5"/>
    <a:srgbClr val="3182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1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B6F53-92C8-4509-9F1A-55492588CC3C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EC318-3314-4B61-B03F-15019DEAF82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5429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EC318-3314-4B61-B03F-15019DEAF820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94746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81BA-2FED-F097-E36D-E4733296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5593A-D65D-DA99-381F-BFFFF4BC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E684E-D1DC-EBC4-2C0A-A9416F047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364BC-40B6-01CC-357B-C3F95CAF3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EC318-3314-4B61-B03F-15019DEAF820}" type="slidenum">
              <a:rPr kumimoji="0" lang="en-F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F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529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31F9-7179-E4AA-064A-94C80641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9679A-9663-8A31-D1F7-4AD0ABFC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A7BCA-3DE8-CFBA-E046-28DBE6684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FC157-0EA1-B0DA-2F48-6627D9315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EC318-3314-4B61-B03F-15019DEAF820}" type="slidenum">
              <a:rPr kumimoji="0" lang="en-F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F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08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EC318-3314-4B61-B03F-15019DEAF820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179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3412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9182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9528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3270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6418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7138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23638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4986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689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4122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56069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7835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20064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7292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31640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9224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6278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B968DEF-A3FA-4F7F-BC5F-EC77099FD92D}" type="datetimeFigureOut">
              <a:rPr lang="en-FI" smtClean="0"/>
              <a:t>06/10/2025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32169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7.sv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image" Target="../media/image25.sv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Relationship Id="rId27" Type="http://schemas.openxmlformats.org/officeDocument/2006/relationships/image" Target="../media/image28.png"/><Relationship Id="rId30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AEAD44-1958-8149-014F-865C8B254313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Campaign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EBE875-9016-BA15-FF10-FAD713A797AA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sz="14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 by Toni Sundqvist</a:t>
            </a:r>
            <a:endParaRPr lang="en-FI" sz="1400" spc="3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r"/>
            <a:r>
              <a:rPr lang="en-US" sz="9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Project by Sean Chandler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B59B40-517D-237C-DA59-D34C01BAA7E1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A37E864-50F3-3B22-FB48-A7CD56462838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3B5901-56D9-3E18-1C26-7288D73A6F74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941C88D-46F7-B45A-E952-57C7F57D2BBE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F666A1-CEEC-F1B7-6404-E4BE7FDBB817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7E212B-0A21-E32D-D2B7-805CBA5489F4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79532-A556-B274-DA65-9E9BAED3A9D7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glow rad="76200">
                    <a:schemeClr val="accent6">
                      <a:alpha val="30000"/>
                    </a:schemeClr>
                  </a:glow>
                  <a:reflection blurRad="50800" stA="50000" endA="300" endPos="37000" dist="25400" dir="5400000" sy="-100000" algn="bl" rotWithShape="0"/>
                </a:effectLst>
                <a:latin typeface="Bauhaus 93" panose="04030905020B02020C02" pitchFamily="82" charset="0"/>
              </a:rPr>
              <a:t>Market   </a:t>
            </a:r>
            <a:r>
              <a:rPr lang="en-US" sz="2400" dirty="0" err="1">
                <a:effectLst>
                  <a:glow rad="76200">
                    <a:schemeClr val="accent6">
                      <a:alpha val="30000"/>
                    </a:schemeClr>
                  </a:glow>
                  <a:reflection blurRad="50800" stA="50000" endA="300" endPos="37000" dist="25400" dir="5400000" sy="-100000" algn="bl" rotWithShape="0"/>
                </a:effectLst>
                <a:latin typeface="Bauhaus 93" panose="04030905020B02020C02" pitchFamily="82" charset="0"/>
              </a:rPr>
              <a:t>Mindz</a:t>
            </a:r>
            <a:endParaRPr lang="en-FI" sz="2400" dirty="0">
              <a:effectLst>
                <a:glow rad="76200">
                  <a:schemeClr val="accent6">
                    <a:alpha val="30000"/>
                  </a:schemeClr>
                </a:glow>
                <a:reflection blurRad="50800" stA="50000" endA="300" endPos="37000" dist="25400" dir="5400000" sy="-10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746FEF44-F2CF-2573-4882-564E85F8C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72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D9B99-9F55-9D26-75D1-C2281EB6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A5F8FB-9ACC-4B99-CF16-141667011882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Buyer Composition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24AEF2-7042-0AAA-81C9-12D9734FAAEC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Developed by Toni Sundqvist</a:t>
            </a:r>
            <a:endParaRPr kumimoji="0" lang="en-FI" sz="1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Project by Sean Chandler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B242B-208B-3A71-AA62-F8A3825D216F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445FDC6-FBEF-A703-47AA-1BD3063A4896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3A231A-7EBB-6D24-6471-9E2E08DC0F59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39DA08-D39B-0408-C5EF-BFE83FCEA4BC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552FEFF-ACD7-412C-2E95-E30237F93D06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17B44-1EFB-91B8-9E5D-0E8C6E657C6C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94AD9-9AD1-39EF-C688-C69DAAF2A7AC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Market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Mindz</a:t>
            </a:r>
            <a:endParaRPr kumimoji="0" lang="en-FI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76200">
                  <a:srgbClr val="FCB11C">
                    <a:alpha val="30000"/>
                  </a:srgbClr>
                </a:glow>
                <a:reflection blurRad="50800" stA="50000" endA="300" endPos="37000" dist="25400" dir="5400000" sy="-100000" algn="bl" rotWithShape="0"/>
              </a:effectLst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EBE6170B-8460-179D-C2EA-6D32E447F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63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7ED3F-22FB-3D6F-BEAA-D0FD84A21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EE0765-29AE-68DE-E8BB-4A0E03682DD2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Purchase Drivers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452DD-F188-CEAA-61F0-D79F4697E67A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Developed by Toni Sundqvist</a:t>
            </a:r>
            <a:endParaRPr kumimoji="0" lang="en-FI" sz="1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Project by Sean Chandler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82C14-BEEB-0FA1-F777-EEBC945A98B1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75E6F78-3439-10FB-91AC-726DFC803043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7E3DD6-BDA7-AE6F-07C7-B379F318B82A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1B0BE7E-1CE5-EBD0-AE10-C1412543EA40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EDD6753-5CD9-A7B5-EBFD-7968D3F44B42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C758F-DE0B-5705-5B59-46D75314F383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544178-F77F-D827-07C5-791E289878C3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Market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Mindz</a:t>
            </a:r>
            <a:endParaRPr kumimoji="0" lang="en-FI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76200">
                  <a:srgbClr val="FCB11C">
                    <a:alpha val="30000"/>
                  </a:srgbClr>
                </a:glow>
                <a:reflection blurRad="50800" stA="50000" endA="300" endPos="37000" dist="25400" dir="5400000" sy="-100000" algn="bl" rotWithShape="0"/>
              </a:effectLst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0843F6FA-2C68-115F-9592-8164CF4C6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415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942F3D-7C61-21F9-2DB6-1E8A837AF234}"/>
              </a:ext>
            </a:extLst>
          </p:cNvPr>
          <p:cNvSpPr/>
          <p:nvPr/>
        </p:nvSpPr>
        <p:spPr>
          <a:xfrm>
            <a:off x="1704086" y="805543"/>
            <a:ext cx="914400" cy="914400"/>
          </a:xfrm>
          <a:prstGeom prst="rect">
            <a:avLst/>
          </a:prstGeom>
          <a:solidFill>
            <a:srgbClr val="455F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AF0D3-0830-3AFD-1F9E-50A5CB6080BE}"/>
              </a:ext>
            </a:extLst>
          </p:cNvPr>
          <p:cNvSpPr/>
          <p:nvPr/>
        </p:nvSpPr>
        <p:spPr>
          <a:xfrm>
            <a:off x="2857864" y="805543"/>
            <a:ext cx="914400" cy="914400"/>
          </a:xfrm>
          <a:prstGeom prst="rect">
            <a:avLst/>
          </a:prstGeom>
          <a:solidFill>
            <a:srgbClr val="94D7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F67308-2DAE-7262-69A4-A7EE3AC92783}"/>
              </a:ext>
            </a:extLst>
          </p:cNvPr>
          <p:cNvSpPr/>
          <p:nvPr/>
        </p:nvSpPr>
        <p:spPr>
          <a:xfrm>
            <a:off x="4011642" y="805543"/>
            <a:ext cx="914400" cy="914400"/>
          </a:xfrm>
          <a:prstGeom prst="rect">
            <a:avLst/>
          </a:prstGeom>
          <a:solidFill>
            <a:srgbClr val="41AE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606C8F-D23B-3316-3B3B-2417AFB45F32}"/>
              </a:ext>
            </a:extLst>
          </p:cNvPr>
          <p:cNvSpPr/>
          <p:nvPr/>
        </p:nvSpPr>
        <p:spPr>
          <a:xfrm>
            <a:off x="5165420" y="805543"/>
            <a:ext cx="914400" cy="914400"/>
          </a:xfrm>
          <a:prstGeom prst="rect">
            <a:avLst/>
          </a:prstGeom>
          <a:solidFill>
            <a:srgbClr val="97E9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EF854-C623-E724-33CE-85AFF4E1334D}"/>
              </a:ext>
            </a:extLst>
          </p:cNvPr>
          <p:cNvSpPr/>
          <p:nvPr/>
        </p:nvSpPr>
        <p:spPr>
          <a:xfrm>
            <a:off x="6319198" y="805543"/>
            <a:ext cx="914400" cy="914400"/>
          </a:xfrm>
          <a:prstGeom prst="rect">
            <a:avLst/>
          </a:prstGeom>
          <a:solidFill>
            <a:srgbClr val="A2CF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77B761-366B-7B37-5425-C767C8ED86F2}"/>
              </a:ext>
            </a:extLst>
          </p:cNvPr>
          <p:cNvSpPr/>
          <p:nvPr/>
        </p:nvSpPr>
        <p:spPr>
          <a:xfrm>
            <a:off x="7472976" y="805543"/>
            <a:ext cx="914400" cy="914400"/>
          </a:xfrm>
          <a:prstGeom prst="rect">
            <a:avLst/>
          </a:prstGeom>
          <a:solidFill>
            <a:srgbClr val="608F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63969-3210-E6F2-0CE0-14B934610AC9}"/>
              </a:ext>
            </a:extLst>
          </p:cNvPr>
          <p:cNvSpPr/>
          <p:nvPr/>
        </p:nvSpPr>
        <p:spPr>
          <a:xfrm>
            <a:off x="8626754" y="805543"/>
            <a:ext cx="914400" cy="914400"/>
          </a:xfrm>
          <a:prstGeom prst="rect">
            <a:avLst/>
          </a:prstGeom>
          <a:solidFill>
            <a:srgbClr val="F4DE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E4F8C6-BE0C-9665-5C01-6E4B03568227}"/>
              </a:ext>
            </a:extLst>
          </p:cNvPr>
          <p:cNvSpPr/>
          <p:nvPr/>
        </p:nvSpPr>
        <p:spPr>
          <a:xfrm>
            <a:off x="9780531" y="805543"/>
            <a:ext cx="914400" cy="914400"/>
          </a:xfrm>
          <a:prstGeom prst="rect">
            <a:avLst/>
          </a:prstGeom>
          <a:solidFill>
            <a:srgbClr val="FCB1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23" name="Graphic 22" descr="Candy with solid fill">
            <a:extLst>
              <a:ext uri="{FF2B5EF4-FFF2-40B4-BE49-F238E27FC236}">
                <a16:creationId xmlns:a16="http://schemas.microsoft.com/office/drawing/2014/main" id="{0BE6869C-69F0-51BD-C353-0390E1E09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1390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c 24" descr="Fruit bowl with solid fill">
            <a:extLst>
              <a:ext uri="{FF2B5EF4-FFF2-40B4-BE49-F238E27FC236}">
                <a16:creationId xmlns:a16="http://schemas.microsoft.com/office/drawing/2014/main" id="{9515A2B5-F699-FF50-5D58-E934D0DAF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59483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Graphic 26" descr="Wine with solid fill">
            <a:extLst>
              <a:ext uri="{FF2B5EF4-FFF2-40B4-BE49-F238E27FC236}">
                <a16:creationId xmlns:a16="http://schemas.microsoft.com/office/drawing/2014/main" id="{7A07C863-E47A-0B78-E515-0F6801F86F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3297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Graphic 28" descr="Fish with solid fill">
            <a:extLst>
              <a:ext uri="{FF2B5EF4-FFF2-40B4-BE49-F238E27FC236}">
                <a16:creationId xmlns:a16="http://schemas.microsoft.com/office/drawing/2014/main" id="{5335823A-5E67-B29A-775C-0B4C1AA644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5204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Graphic 30" descr="Baguette with solid fill">
            <a:extLst>
              <a:ext uri="{FF2B5EF4-FFF2-40B4-BE49-F238E27FC236}">
                <a16:creationId xmlns:a16="http://schemas.microsoft.com/office/drawing/2014/main" id="{08DFE857-0B3B-F5CC-833E-178AFE7695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87111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Graphic 32" descr="Chicken leg with solid fill">
            <a:extLst>
              <a:ext uri="{FF2B5EF4-FFF2-40B4-BE49-F238E27FC236}">
                <a16:creationId xmlns:a16="http://schemas.microsoft.com/office/drawing/2014/main" id="{6C25EC96-F06B-0297-4329-2A93413105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69017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Graphic 1" descr="Monthly calendar with solid fill">
            <a:extLst>
              <a:ext uri="{FF2B5EF4-FFF2-40B4-BE49-F238E27FC236}">
                <a16:creationId xmlns:a16="http://schemas.microsoft.com/office/drawing/2014/main" id="{A8224B8E-B963-E6CF-5043-017A2140711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96143" y="483694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Graphic 2" descr="Internet with solid fill">
            <a:extLst>
              <a:ext uri="{FF2B5EF4-FFF2-40B4-BE49-F238E27FC236}">
                <a16:creationId xmlns:a16="http://schemas.microsoft.com/office/drawing/2014/main" id="{0E4AC2F8-D321-7B90-A14D-9FC19EDFDA8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921983" y="483694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Graphic 12" descr="Open book with solid fill">
            <a:extLst>
              <a:ext uri="{FF2B5EF4-FFF2-40B4-BE49-F238E27FC236}">
                <a16:creationId xmlns:a16="http://schemas.microsoft.com/office/drawing/2014/main" id="{3B761526-C309-A5D5-3EED-D9DE317E816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047823" y="483694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Graphic 20" descr="Kiosk with solid fill">
            <a:extLst>
              <a:ext uri="{FF2B5EF4-FFF2-40B4-BE49-F238E27FC236}">
                <a16:creationId xmlns:a16="http://schemas.microsoft.com/office/drawing/2014/main" id="{AC09D1F7-7476-6F8D-BAC2-95A4E6A36EB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173663" y="483694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Graphic 11" descr="Money with solid fill">
            <a:extLst>
              <a:ext uri="{FF2B5EF4-FFF2-40B4-BE49-F238E27FC236}">
                <a16:creationId xmlns:a16="http://schemas.microsoft.com/office/drawing/2014/main" id="{0E3FF502-1829-66C6-C3E7-4C305A6A0CE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99503" y="483694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Graphic 13" descr="Piggy Bank with solid fill">
            <a:extLst>
              <a:ext uri="{FF2B5EF4-FFF2-40B4-BE49-F238E27FC236}">
                <a16:creationId xmlns:a16="http://schemas.microsoft.com/office/drawing/2014/main" id="{48786D49-B914-AA84-AD48-6D8BABCD3AF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425343" y="483694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Graphic 14" descr="Man with cane with solid fill">
            <a:extLst>
              <a:ext uri="{FF2B5EF4-FFF2-40B4-BE49-F238E27FC236}">
                <a16:creationId xmlns:a16="http://schemas.microsoft.com/office/drawing/2014/main" id="{08E8BA0B-5BDA-2BA1-C6D6-75D2EC32C1E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551183" y="483694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Graphic 15" descr="Group with solid fill">
            <a:extLst>
              <a:ext uri="{FF2B5EF4-FFF2-40B4-BE49-F238E27FC236}">
                <a16:creationId xmlns:a16="http://schemas.microsoft.com/office/drawing/2014/main" id="{DC0CC964-486E-A212-7618-7E2000C4A69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677022" y="483694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074463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163</TotalTime>
  <Words>46</Words>
  <Application>Microsoft Office PowerPoint</Application>
  <PresentationFormat>Widescreen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Bauhaus 93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Sundqvist</dc:creator>
  <cp:lastModifiedBy>Toni Sundqvist</cp:lastModifiedBy>
  <cp:revision>16</cp:revision>
  <dcterms:created xsi:type="dcterms:W3CDTF">2025-10-04T10:16:36Z</dcterms:created>
  <dcterms:modified xsi:type="dcterms:W3CDTF">2025-10-06T08:13:11Z</dcterms:modified>
</cp:coreProperties>
</file>