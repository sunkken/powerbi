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2239625" cy="2736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45D"/>
    <a:srgbClr val="017B72"/>
    <a:srgbClr val="EDB252"/>
    <a:srgbClr val="60B687"/>
    <a:srgbClr val="007A72"/>
    <a:srgbClr val="EEB251"/>
    <a:srgbClr val="51A37B"/>
    <a:srgbClr val="008C83"/>
    <a:srgbClr val="009C91"/>
    <a:srgbClr val="1CC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235" autoAdjust="0"/>
  </p:normalViewPr>
  <p:slideViewPr>
    <p:cSldViewPr snapToGrid="0">
      <p:cViewPr>
        <p:scale>
          <a:sx n="100" d="100"/>
          <a:sy n="100" d="100"/>
        </p:scale>
        <p:origin x="72" y="-11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7972" y="4477761"/>
            <a:ext cx="10403681" cy="9525529"/>
          </a:xfrm>
        </p:spPr>
        <p:txBody>
          <a:bodyPr anchor="b"/>
          <a:lstStyle>
            <a:lvl1pPr algn="ctr">
              <a:defRPr sz="8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9953" y="14370631"/>
            <a:ext cx="9179719" cy="6605801"/>
          </a:xfrm>
        </p:spPr>
        <p:txBody>
          <a:bodyPr/>
          <a:lstStyle>
            <a:lvl1pPr marL="0" indent="0" algn="ctr">
              <a:buNone/>
              <a:defRPr sz="3212"/>
            </a:lvl1pPr>
            <a:lvl2pPr marL="611962" indent="0" algn="ctr">
              <a:buNone/>
              <a:defRPr sz="2677"/>
            </a:lvl2pPr>
            <a:lvl3pPr marL="1223924" indent="0" algn="ctr">
              <a:buNone/>
              <a:defRPr sz="2409"/>
            </a:lvl3pPr>
            <a:lvl4pPr marL="1835887" indent="0" algn="ctr">
              <a:buNone/>
              <a:defRPr sz="2142"/>
            </a:lvl4pPr>
            <a:lvl5pPr marL="2447849" indent="0" algn="ctr">
              <a:buNone/>
              <a:defRPr sz="2142"/>
            </a:lvl5pPr>
            <a:lvl6pPr marL="3059811" indent="0" algn="ctr">
              <a:buNone/>
              <a:defRPr sz="2142"/>
            </a:lvl6pPr>
            <a:lvl7pPr marL="3671773" indent="0" algn="ctr">
              <a:buNone/>
              <a:defRPr sz="2142"/>
            </a:lvl7pPr>
            <a:lvl8pPr marL="4283735" indent="0" algn="ctr">
              <a:buNone/>
              <a:defRPr sz="2142"/>
            </a:lvl8pPr>
            <a:lvl9pPr marL="4895698" indent="0" algn="ctr">
              <a:buNone/>
              <a:defRPr sz="214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69050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35661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100" y="6821148"/>
            <a:ext cx="10556677" cy="11381232"/>
          </a:xfrm>
        </p:spPr>
        <p:txBody>
          <a:bodyPr anchor="b"/>
          <a:lstStyle>
            <a:lvl1pPr>
              <a:defRPr sz="8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5100" y="18310051"/>
            <a:ext cx="10556677" cy="5985121"/>
          </a:xfrm>
        </p:spPr>
        <p:txBody>
          <a:bodyPr/>
          <a:lstStyle>
            <a:lvl1pPr marL="0" indent="0">
              <a:buNone/>
              <a:defRPr sz="3212">
                <a:solidFill>
                  <a:schemeClr val="tx1">
                    <a:tint val="82000"/>
                  </a:schemeClr>
                </a:solidFill>
              </a:defRPr>
            </a:lvl1pPr>
            <a:lvl2pPr marL="611962" indent="0">
              <a:buNone/>
              <a:defRPr sz="2677">
                <a:solidFill>
                  <a:schemeClr val="tx1">
                    <a:tint val="82000"/>
                  </a:schemeClr>
                </a:solidFill>
              </a:defRPr>
            </a:lvl2pPr>
            <a:lvl3pPr marL="1223924" indent="0">
              <a:buNone/>
              <a:defRPr sz="2409">
                <a:solidFill>
                  <a:schemeClr val="tx1">
                    <a:tint val="82000"/>
                  </a:schemeClr>
                </a:solidFill>
              </a:defRPr>
            </a:lvl3pPr>
            <a:lvl4pPr marL="1835887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4pPr>
            <a:lvl5pPr marL="2447849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5pPr>
            <a:lvl6pPr marL="3059811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6pPr>
            <a:lvl7pPr marL="3671773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7pPr>
            <a:lvl8pPr marL="4283735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8pPr>
            <a:lvl9pPr marL="4895698" indent="0">
              <a:buNone/>
              <a:defRPr sz="21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121576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474" y="7283483"/>
            <a:ext cx="5201841" cy="17360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6310" y="7283483"/>
            <a:ext cx="5201841" cy="17360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625319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456703"/>
            <a:ext cx="10556677" cy="52884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3070" y="6707140"/>
            <a:ext cx="5177934" cy="3287066"/>
          </a:xfrm>
        </p:spPr>
        <p:txBody>
          <a:bodyPr anchor="b"/>
          <a:lstStyle>
            <a:lvl1pPr marL="0" indent="0">
              <a:buNone/>
              <a:defRPr sz="3212" b="1"/>
            </a:lvl1pPr>
            <a:lvl2pPr marL="611962" indent="0">
              <a:buNone/>
              <a:defRPr sz="2677" b="1"/>
            </a:lvl2pPr>
            <a:lvl3pPr marL="1223924" indent="0">
              <a:buNone/>
              <a:defRPr sz="2409" b="1"/>
            </a:lvl3pPr>
            <a:lvl4pPr marL="1835887" indent="0">
              <a:buNone/>
              <a:defRPr sz="2142" b="1"/>
            </a:lvl4pPr>
            <a:lvl5pPr marL="2447849" indent="0">
              <a:buNone/>
              <a:defRPr sz="2142" b="1"/>
            </a:lvl5pPr>
            <a:lvl6pPr marL="3059811" indent="0">
              <a:buNone/>
              <a:defRPr sz="2142" b="1"/>
            </a:lvl6pPr>
            <a:lvl7pPr marL="3671773" indent="0">
              <a:buNone/>
              <a:defRPr sz="2142" b="1"/>
            </a:lvl7pPr>
            <a:lvl8pPr marL="4283735" indent="0">
              <a:buNone/>
              <a:defRPr sz="2142" b="1"/>
            </a:lvl8pPr>
            <a:lvl9pPr marL="4895698" indent="0">
              <a:buNone/>
              <a:defRPr sz="21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3070" y="9994206"/>
            <a:ext cx="5177934" cy="146999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6311" y="6707140"/>
            <a:ext cx="5203435" cy="3287066"/>
          </a:xfrm>
        </p:spPr>
        <p:txBody>
          <a:bodyPr anchor="b"/>
          <a:lstStyle>
            <a:lvl1pPr marL="0" indent="0">
              <a:buNone/>
              <a:defRPr sz="3212" b="1"/>
            </a:lvl1pPr>
            <a:lvl2pPr marL="611962" indent="0">
              <a:buNone/>
              <a:defRPr sz="2677" b="1"/>
            </a:lvl2pPr>
            <a:lvl3pPr marL="1223924" indent="0">
              <a:buNone/>
              <a:defRPr sz="2409" b="1"/>
            </a:lvl3pPr>
            <a:lvl4pPr marL="1835887" indent="0">
              <a:buNone/>
              <a:defRPr sz="2142" b="1"/>
            </a:lvl4pPr>
            <a:lvl5pPr marL="2447849" indent="0">
              <a:buNone/>
              <a:defRPr sz="2142" b="1"/>
            </a:lvl5pPr>
            <a:lvl6pPr marL="3059811" indent="0">
              <a:buNone/>
              <a:defRPr sz="2142" b="1"/>
            </a:lvl6pPr>
            <a:lvl7pPr marL="3671773" indent="0">
              <a:buNone/>
              <a:defRPr sz="2142" b="1"/>
            </a:lvl7pPr>
            <a:lvl8pPr marL="4283735" indent="0">
              <a:buNone/>
              <a:defRPr sz="2142" b="1"/>
            </a:lvl8pPr>
            <a:lvl9pPr marL="4895698" indent="0">
              <a:buNone/>
              <a:defRPr sz="21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6311" y="9994206"/>
            <a:ext cx="5203435" cy="146999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6383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39265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582113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824038"/>
            <a:ext cx="3947598" cy="6384131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03435" y="3939421"/>
            <a:ext cx="6196310" cy="19443733"/>
          </a:xfrm>
        </p:spPr>
        <p:txBody>
          <a:bodyPr/>
          <a:lstStyle>
            <a:lvl1pPr>
              <a:defRPr sz="4283"/>
            </a:lvl1pPr>
            <a:lvl2pPr>
              <a:defRPr sz="3748"/>
            </a:lvl2pPr>
            <a:lvl3pPr>
              <a:defRPr sz="3212"/>
            </a:lvl3pPr>
            <a:lvl4pPr>
              <a:defRPr sz="2677"/>
            </a:lvl4pPr>
            <a:lvl5pPr>
              <a:defRPr sz="2677"/>
            </a:lvl5pPr>
            <a:lvl6pPr>
              <a:defRPr sz="2677"/>
            </a:lvl6pPr>
            <a:lvl7pPr>
              <a:defRPr sz="2677"/>
            </a:lvl7pPr>
            <a:lvl8pPr>
              <a:defRPr sz="2677"/>
            </a:lvl8pPr>
            <a:lvl9pPr>
              <a:defRPr sz="2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8208169"/>
            <a:ext cx="3947598" cy="15206648"/>
          </a:xfrm>
        </p:spPr>
        <p:txBody>
          <a:bodyPr/>
          <a:lstStyle>
            <a:lvl1pPr marL="0" indent="0">
              <a:buNone/>
              <a:defRPr sz="2142"/>
            </a:lvl1pPr>
            <a:lvl2pPr marL="611962" indent="0">
              <a:buNone/>
              <a:defRPr sz="1874"/>
            </a:lvl2pPr>
            <a:lvl3pPr marL="1223924" indent="0">
              <a:buNone/>
              <a:defRPr sz="1606"/>
            </a:lvl3pPr>
            <a:lvl4pPr marL="1835887" indent="0">
              <a:buNone/>
              <a:defRPr sz="1339"/>
            </a:lvl4pPr>
            <a:lvl5pPr marL="2447849" indent="0">
              <a:buNone/>
              <a:defRPr sz="1339"/>
            </a:lvl5pPr>
            <a:lvl6pPr marL="3059811" indent="0">
              <a:buNone/>
              <a:defRPr sz="1339"/>
            </a:lvl6pPr>
            <a:lvl7pPr marL="3671773" indent="0">
              <a:buNone/>
              <a:defRPr sz="1339"/>
            </a:lvl7pPr>
            <a:lvl8pPr marL="4283735" indent="0">
              <a:buNone/>
              <a:defRPr sz="1339"/>
            </a:lvl8pPr>
            <a:lvl9pPr marL="4895698" indent="0">
              <a:buNone/>
              <a:defRPr sz="1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4831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068" y="1824038"/>
            <a:ext cx="3947598" cy="6384131"/>
          </a:xfrm>
        </p:spPr>
        <p:txBody>
          <a:bodyPr anchor="b"/>
          <a:lstStyle>
            <a:lvl1pPr>
              <a:defRPr sz="42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03435" y="3939421"/>
            <a:ext cx="6196310" cy="19443733"/>
          </a:xfrm>
        </p:spPr>
        <p:txBody>
          <a:bodyPr anchor="t"/>
          <a:lstStyle>
            <a:lvl1pPr marL="0" indent="0">
              <a:buNone/>
              <a:defRPr sz="4283"/>
            </a:lvl1pPr>
            <a:lvl2pPr marL="611962" indent="0">
              <a:buNone/>
              <a:defRPr sz="3748"/>
            </a:lvl2pPr>
            <a:lvl3pPr marL="1223924" indent="0">
              <a:buNone/>
              <a:defRPr sz="3212"/>
            </a:lvl3pPr>
            <a:lvl4pPr marL="1835887" indent="0">
              <a:buNone/>
              <a:defRPr sz="2677"/>
            </a:lvl4pPr>
            <a:lvl5pPr marL="2447849" indent="0">
              <a:buNone/>
              <a:defRPr sz="2677"/>
            </a:lvl5pPr>
            <a:lvl6pPr marL="3059811" indent="0">
              <a:buNone/>
              <a:defRPr sz="2677"/>
            </a:lvl6pPr>
            <a:lvl7pPr marL="3671773" indent="0">
              <a:buNone/>
              <a:defRPr sz="2677"/>
            </a:lvl7pPr>
            <a:lvl8pPr marL="4283735" indent="0">
              <a:buNone/>
              <a:defRPr sz="2677"/>
            </a:lvl8pPr>
            <a:lvl9pPr marL="4895698" indent="0">
              <a:buNone/>
              <a:defRPr sz="267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3068" y="8208169"/>
            <a:ext cx="3947598" cy="15206648"/>
          </a:xfrm>
        </p:spPr>
        <p:txBody>
          <a:bodyPr/>
          <a:lstStyle>
            <a:lvl1pPr marL="0" indent="0">
              <a:buNone/>
              <a:defRPr sz="2142"/>
            </a:lvl1pPr>
            <a:lvl2pPr marL="611962" indent="0">
              <a:buNone/>
              <a:defRPr sz="1874"/>
            </a:lvl2pPr>
            <a:lvl3pPr marL="1223924" indent="0">
              <a:buNone/>
              <a:defRPr sz="1606"/>
            </a:lvl3pPr>
            <a:lvl4pPr marL="1835887" indent="0">
              <a:buNone/>
              <a:defRPr sz="1339"/>
            </a:lvl4pPr>
            <a:lvl5pPr marL="2447849" indent="0">
              <a:buNone/>
              <a:defRPr sz="1339"/>
            </a:lvl5pPr>
            <a:lvl6pPr marL="3059811" indent="0">
              <a:buNone/>
              <a:defRPr sz="1339"/>
            </a:lvl6pPr>
            <a:lvl7pPr marL="3671773" indent="0">
              <a:buNone/>
              <a:defRPr sz="1339"/>
            </a:lvl7pPr>
            <a:lvl8pPr marL="4283735" indent="0">
              <a:buNone/>
              <a:defRPr sz="1339"/>
            </a:lvl8pPr>
            <a:lvl9pPr marL="4895698" indent="0">
              <a:buNone/>
              <a:defRPr sz="1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35205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98167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58982" y="1456697"/>
            <a:ext cx="2639169" cy="231868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475" y="1456697"/>
            <a:ext cx="7764512" cy="231868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56367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474" y="1456703"/>
            <a:ext cx="10556677" cy="52884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474" y="7283483"/>
            <a:ext cx="10556677" cy="173600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1474" y="25359194"/>
            <a:ext cx="2753916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15D44-5D2A-41C5-A12A-A64B72DF3BE7}" type="datetimeFigureOut">
              <a:rPr lang="en-FI" smtClean="0"/>
              <a:t>11/10/2025</a:t>
            </a:fld>
            <a:endParaRPr lang="en-FI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54376" y="25359194"/>
            <a:ext cx="4130873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4235" y="25359194"/>
            <a:ext cx="2753916" cy="14566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270F44-EFA3-4F47-910E-B62AAF493DE5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984997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23924" rtl="0" eaLnBrk="1" latinLnBrk="0" hangingPunct="1">
        <a:lnSpc>
          <a:spcPct val="90000"/>
        </a:lnSpc>
        <a:spcBef>
          <a:spcPct val="0"/>
        </a:spcBef>
        <a:buNone/>
        <a:defRPr sz="58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5981" indent="-305981" algn="l" defTabSz="1223924" rtl="0" eaLnBrk="1" latinLnBrk="0" hangingPunct="1">
        <a:lnSpc>
          <a:spcPct val="90000"/>
        </a:lnSpc>
        <a:spcBef>
          <a:spcPts val="1339"/>
        </a:spcBef>
        <a:buFont typeface="Arial" panose="020B0604020202020204" pitchFamily="34" charset="0"/>
        <a:buChar char="•"/>
        <a:defRPr sz="3748" kern="1200">
          <a:solidFill>
            <a:schemeClr val="tx1"/>
          </a:solidFill>
          <a:latin typeface="+mn-lt"/>
          <a:ea typeface="+mn-ea"/>
          <a:cs typeface="+mn-cs"/>
        </a:defRPr>
      </a:lvl1pPr>
      <a:lvl2pPr marL="917943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3212" kern="1200">
          <a:solidFill>
            <a:schemeClr val="tx1"/>
          </a:solidFill>
          <a:latin typeface="+mn-lt"/>
          <a:ea typeface="+mn-ea"/>
          <a:cs typeface="+mn-cs"/>
        </a:defRPr>
      </a:lvl2pPr>
      <a:lvl3pPr marL="1529906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677" kern="1200">
          <a:solidFill>
            <a:schemeClr val="tx1"/>
          </a:solidFill>
          <a:latin typeface="+mn-lt"/>
          <a:ea typeface="+mn-ea"/>
          <a:cs typeface="+mn-cs"/>
        </a:defRPr>
      </a:lvl3pPr>
      <a:lvl4pPr marL="2141868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4pPr>
      <a:lvl5pPr marL="2753830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5pPr>
      <a:lvl6pPr marL="3365792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6pPr>
      <a:lvl7pPr marL="3977754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7pPr>
      <a:lvl8pPr marL="4589717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8pPr>
      <a:lvl9pPr marL="5201679" indent="-305981" algn="l" defTabSz="1223924" rtl="0" eaLnBrk="1" latinLnBrk="0" hangingPunct="1">
        <a:lnSpc>
          <a:spcPct val="90000"/>
        </a:lnSpc>
        <a:spcBef>
          <a:spcPts val="669"/>
        </a:spcBef>
        <a:buFont typeface="Arial" panose="020B0604020202020204" pitchFamily="34" charset="0"/>
        <a:buChar char="•"/>
        <a:defRPr sz="24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1pPr>
      <a:lvl2pPr marL="611962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2pPr>
      <a:lvl3pPr marL="1223924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3pPr>
      <a:lvl4pPr marL="1835887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4pPr>
      <a:lvl5pPr marL="2447849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5pPr>
      <a:lvl6pPr marL="3059811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6pPr>
      <a:lvl7pPr marL="3671773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7pPr>
      <a:lvl8pPr marL="4283735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8pPr>
      <a:lvl9pPr marL="4895698" algn="l" defTabSz="1223924" rtl="0" eaLnBrk="1" latinLnBrk="0" hangingPunct="1">
        <a:defRPr sz="24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">
              <a:schemeClr val="accent6"/>
            </a:gs>
            <a:gs pos="52000">
              <a:schemeClr val="accent6">
                <a:lumMod val="75000"/>
                <a:lumOff val="25000"/>
              </a:schemeClr>
            </a:gs>
            <a:gs pos="100000">
              <a:schemeClr val="accent2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E4D8811-05D1-E13C-422B-2A4C1C27E146}"/>
              </a:ext>
            </a:extLst>
          </p:cNvPr>
          <p:cNvSpPr/>
          <p:nvPr/>
        </p:nvSpPr>
        <p:spPr>
          <a:xfrm>
            <a:off x="359814" y="360284"/>
            <a:ext cx="11519999" cy="26639997"/>
          </a:xfrm>
          <a:custGeom>
            <a:avLst/>
            <a:gdLst>
              <a:gd name="connsiteX0" fmla="*/ 231552 w 11519999"/>
              <a:gd name="connsiteY0" fmla="*/ 0 h 26639997"/>
              <a:gd name="connsiteX1" fmla="*/ 11288447 w 11519999"/>
              <a:gd name="connsiteY1" fmla="*/ 0 h 26639997"/>
              <a:gd name="connsiteX2" fmla="*/ 11519999 w 11519999"/>
              <a:gd name="connsiteY2" fmla="*/ 231552 h 26639997"/>
              <a:gd name="connsiteX3" fmla="*/ 11519999 w 11519999"/>
              <a:gd name="connsiteY3" fmla="*/ 12553373 h 26639997"/>
              <a:gd name="connsiteX4" fmla="*/ 11416531 w 11519999"/>
              <a:gd name="connsiteY4" fmla="*/ 12580010 h 26639997"/>
              <a:gd name="connsiteX5" fmla="*/ 9655043 w 11519999"/>
              <a:gd name="connsiteY5" fmla="*/ 12954191 h 26639997"/>
              <a:gd name="connsiteX6" fmla="*/ 8087500 w 11519999"/>
              <a:gd name="connsiteY6" fmla="*/ 12470066 h 26639997"/>
              <a:gd name="connsiteX7" fmla="*/ 6345786 w 11519999"/>
              <a:gd name="connsiteY7" fmla="*/ 12954191 h 26639997"/>
              <a:gd name="connsiteX8" fmla="*/ 4502473 w 11519999"/>
              <a:gd name="connsiteY8" fmla="*/ 12673086 h 26639997"/>
              <a:gd name="connsiteX9" fmla="*/ 4183158 w 11519999"/>
              <a:gd name="connsiteY9" fmla="*/ 12735555 h 26639997"/>
              <a:gd name="connsiteX10" fmla="*/ 4502473 w 11519999"/>
              <a:gd name="connsiteY10" fmla="*/ 12782407 h 26639997"/>
              <a:gd name="connsiteX11" fmla="*/ 6099043 w 11519999"/>
              <a:gd name="connsiteY11" fmla="*/ 13219679 h 26639997"/>
              <a:gd name="connsiteX12" fmla="*/ 7521443 w 11519999"/>
              <a:gd name="connsiteY12" fmla="*/ 12907342 h 26639997"/>
              <a:gd name="connsiteX13" fmla="*/ 8392300 w 11519999"/>
              <a:gd name="connsiteY13" fmla="*/ 12954191 h 26639997"/>
              <a:gd name="connsiteX14" fmla="*/ 8987386 w 11519999"/>
              <a:gd name="connsiteY14" fmla="*/ 13344614 h 26639997"/>
              <a:gd name="connsiteX15" fmla="*/ 9596986 w 11519999"/>
              <a:gd name="connsiteY15" fmla="*/ 13500783 h 26639997"/>
              <a:gd name="connsiteX16" fmla="*/ 10758129 w 11519999"/>
              <a:gd name="connsiteY16" fmla="*/ 13407082 h 26639997"/>
              <a:gd name="connsiteX17" fmla="*/ 11474772 w 11519999"/>
              <a:gd name="connsiteY17" fmla="*/ 13278242 h 26639997"/>
              <a:gd name="connsiteX18" fmla="*/ 11519999 w 11519999"/>
              <a:gd name="connsiteY18" fmla="*/ 13267644 h 26639997"/>
              <a:gd name="connsiteX19" fmla="*/ 11519999 w 11519999"/>
              <a:gd name="connsiteY19" fmla="*/ 19459635 h 26639997"/>
              <a:gd name="connsiteX20" fmla="*/ 11416530 w 11519999"/>
              <a:gd name="connsiteY20" fmla="*/ 19486275 h 26639997"/>
              <a:gd name="connsiteX21" fmla="*/ 9655043 w 11519999"/>
              <a:gd name="connsiteY21" fmla="*/ 19860455 h 26639997"/>
              <a:gd name="connsiteX22" fmla="*/ 8087500 w 11519999"/>
              <a:gd name="connsiteY22" fmla="*/ 19376331 h 26639997"/>
              <a:gd name="connsiteX23" fmla="*/ 6345786 w 11519999"/>
              <a:gd name="connsiteY23" fmla="*/ 19860455 h 26639997"/>
              <a:gd name="connsiteX24" fmla="*/ 4502472 w 11519999"/>
              <a:gd name="connsiteY24" fmla="*/ 19579351 h 26639997"/>
              <a:gd name="connsiteX25" fmla="*/ 4183158 w 11519999"/>
              <a:gd name="connsiteY25" fmla="*/ 19641819 h 26639997"/>
              <a:gd name="connsiteX26" fmla="*/ 4502472 w 11519999"/>
              <a:gd name="connsiteY26" fmla="*/ 19688669 h 26639997"/>
              <a:gd name="connsiteX27" fmla="*/ 6099043 w 11519999"/>
              <a:gd name="connsiteY27" fmla="*/ 20125943 h 26639997"/>
              <a:gd name="connsiteX28" fmla="*/ 7521443 w 11519999"/>
              <a:gd name="connsiteY28" fmla="*/ 19813605 h 26639997"/>
              <a:gd name="connsiteX29" fmla="*/ 8392300 w 11519999"/>
              <a:gd name="connsiteY29" fmla="*/ 19860455 h 26639997"/>
              <a:gd name="connsiteX30" fmla="*/ 8987386 w 11519999"/>
              <a:gd name="connsiteY30" fmla="*/ 20250879 h 26639997"/>
              <a:gd name="connsiteX31" fmla="*/ 9596986 w 11519999"/>
              <a:gd name="connsiteY31" fmla="*/ 20407049 h 26639997"/>
              <a:gd name="connsiteX32" fmla="*/ 10758129 w 11519999"/>
              <a:gd name="connsiteY32" fmla="*/ 20313347 h 26639997"/>
              <a:gd name="connsiteX33" fmla="*/ 11474772 w 11519999"/>
              <a:gd name="connsiteY33" fmla="*/ 20184507 h 26639997"/>
              <a:gd name="connsiteX34" fmla="*/ 11519999 w 11519999"/>
              <a:gd name="connsiteY34" fmla="*/ 20173909 h 26639997"/>
              <a:gd name="connsiteX35" fmla="*/ 11519999 w 11519999"/>
              <a:gd name="connsiteY35" fmla="*/ 26408445 h 26639997"/>
              <a:gd name="connsiteX36" fmla="*/ 11288447 w 11519999"/>
              <a:gd name="connsiteY36" fmla="*/ 26639997 h 26639997"/>
              <a:gd name="connsiteX37" fmla="*/ 231552 w 11519999"/>
              <a:gd name="connsiteY37" fmla="*/ 26639997 h 26639997"/>
              <a:gd name="connsiteX38" fmla="*/ 4704 w 11519999"/>
              <a:gd name="connsiteY38" fmla="*/ 26455111 h 26639997"/>
              <a:gd name="connsiteX39" fmla="*/ 1281 w 11519999"/>
              <a:gd name="connsiteY39" fmla="*/ 26421153 h 26639997"/>
              <a:gd name="connsiteX40" fmla="*/ 3878609 w 11519999"/>
              <a:gd name="connsiteY40" fmla="*/ 26421153 h 26639997"/>
              <a:gd name="connsiteX41" fmla="*/ 4160215 w 11519999"/>
              <a:gd name="connsiteY41" fmla="*/ 26139545 h 26639997"/>
              <a:gd name="connsiteX42" fmla="*/ 4160215 w 11519999"/>
              <a:gd name="connsiteY42" fmla="*/ 20042757 h 26639997"/>
              <a:gd name="connsiteX43" fmla="*/ 3878609 w 11519999"/>
              <a:gd name="connsiteY43" fmla="*/ 19761153 h 26639997"/>
              <a:gd name="connsiteX44" fmla="*/ 0 w 11519999"/>
              <a:gd name="connsiteY44" fmla="*/ 19761153 h 26639997"/>
              <a:gd name="connsiteX45" fmla="*/ 0 w 11519999"/>
              <a:gd name="connsiteY45" fmla="*/ 19510321 h 26639997"/>
              <a:gd name="connsiteX46" fmla="*/ 3908099 w 11519999"/>
              <a:gd name="connsiteY46" fmla="*/ 19510321 h 26639997"/>
              <a:gd name="connsiteX47" fmla="*/ 4160215 w 11519999"/>
              <a:gd name="connsiteY47" fmla="*/ 19258207 h 26639997"/>
              <a:gd name="connsiteX48" fmla="*/ 4160215 w 11519999"/>
              <a:gd name="connsiteY48" fmla="*/ 13102438 h 26639997"/>
              <a:gd name="connsiteX49" fmla="*/ 3908099 w 11519999"/>
              <a:gd name="connsiteY49" fmla="*/ 12850322 h 26639997"/>
              <a:gd name="connsiteX50" fmla="*/ 0 w 11519999"/>
              <a:gd name="connsiteY50" fmla="*/ 12850322 h 26639997"/>
              <a:gd name="connsiteX51" fmla="*/ 0 w 11519999"/>
              <a:gd name="connsiteY51" fmla="*/ 12628992 h 26639997"/>
              <a:gd name="connsiteX52" fmla="*/ 3878609 w 11519999"/>
              <a:gd name="connsiteY52" fmla="*/ 12628992 h 26639997"/>
              <a:gd name="connsiteX53" fmla="*/ 4160215 w 11519999"/>
              <a:gd name="connsiteY53" fmla="*/ 12347383 h 26639997"/>
              <a:gd name="connsiteX54" fmla="*/ 4160215 w 11519999"/>
              <a:gd name="connsiteY54" fmla="*/ 6250597 h 26639997"/>
              <a:gd name="connsiteX55" fmla="*/ 3878609 w 11519999"/>
              <a:gd name="connsiteY55" fmla="*/ 5968991 h 26639997"/>
              <a:gd name="connsiteX56" fmla="*/ 0 w 11519999"/>
              <a:gd name="connsiteY56" fmla="*/ 5968991 h 26639997"/>
              <a:gd name="connsiteX57" fmla="*/ 0 w 11519999"/>
              <a:gd name="connsiteY57" fmla="*/ 231552 h 26639997"/>
              <a:gd name="connsiteX58" fmla="*/ 231552 w 11519999"/>
              <a:gd name="connsiteY58" fmla="*/ 0 h 26639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1519999" h="26639997">
                <a:moveTo>
                  <a:pt x="231552" y="0"/>
                </a:moveTo>
                <a:lnTo>
                  <a:pt x="11288447" y="0"/>
                </a:lnTo>
                <a:cubicBezTo>
                  <a:pt x="11416330" y="0"/>
                  <a:pt x="11519999" y="103669"/>
                  <a:pt x="11519999" y="231552"/>
                </a:cubicBezTo>
                <a:lnTo>
                  <a:pt x="11519999" y="12553373"/>
                </a:lnTo>
                <a:lnTo>
                  <a:pt x="11416531" y="12580010"/>
                </a:lnTo>
                <a:cubicBezTo>
                  <a:pt x="10824880" y="12734985"/>
                  <a:pt x="10085936" y="12949311"/>
                  <a:pt x="9655043" y="12954191"/>
                </a:cubicBezTo>
                <a:cubicBezTo>
                  <a:pt x="8965614" y="12962000"/>
                  <a:pt x="8639043" y="12470066"/>
                  <a:pt x="8087500" y="12470066"/>
                </a:cubicBezTo>
                <a:cubicBezTo>
                  <a:pt x="7535957" y="12470066"/>
                  <a:pt x="6943291" y="12920355"/>
                  <a:pt x="6345786" y="12954191"/>
                </a:cubicBezTo>
                <a:cubicBezTo>
                  <a:pt x="5748282" y="12988028"/>
                  <a:pt x="4862910" y="12709526"/>
                  <a:pt x="4502473" y="12673086"/>
                </a:cubicBezTo>
                <a:cubicBezTo>
                  <a:pt x="4142034" y="12636647"/>
                  <a:pt x="4183158" y="12717337"/>
                  <a:pt x="4183158" y="12735555"/>
                </a:cubicBezTo>
                <a:cubicBezTo>
                  <a:pt x="4183158" y="12753775"/>
                  <a:pt x="4183158" y="12701718"/>
                  <a:pt x="4502473" y="12782407"/>
                </a:cubicBezTo>
                <a:cubicBezTo>
                  <a:pt x="4821787" y="12863093"/>
                  <a:pt x="5595882" y="13198857"/>
                  <a:pt x="6099043" y="13219679"/>
                </a:cubicBezTo>
                <a:cubicBezTo>
                  <a:pt x="6602205" y="13240501"/>
                  <a:pt x="7139233" y="12951588"/>
                  <a:pt x="7521443" y="12907342"/>
                </a:cubicBezTo>
                <a:cubicBezTo>
                  <a:pt x="7903653" y="12863092"/>
                  <a:pt x="8147976" y="12881312"/>
                  <a:pt x="8392300" y="12954191"/>
                </a:cubicBezTo>
                <a:cubicBezTo>
                  <a:pt x="8636624" y="13027072"/>
                  <a:pt x="8786605" y="13253517"/>
                  <a:pt x="8987386" y="13344614"/>
                </a:cubicBezTo>
                <a:cubicBezTo>
                  <a:pt x="9188167" y="13435713"/>
                  <a:pt x="9301862" y="13490372"/>
                  <a:pt x="9596986" y="13500783"/>
                </a:cubicBezTo>
                <a:cubicBezTo>
                  <a:pt x="9892110" y="13511195"/>
                  <a:pt x="10346891" y="13477357"/>
                  <a:pt x="10758129" y="13407082"/>
                </a:cubicBezTo>
                <a:cubicBezTo>
                  <a:pt x="10963748" y="13371944"/>
                  <a:pt x="11229843" y="13330950"/>
                  <a:pt x="11474772" y="13278242"/>
                </a:cubicBezTo>
                <a:lnTo>
                  <a:pt x="11519999" y="13267644"/>
                </a:lnTo>
                <a:lnTo>
                  <a:pt x="11519999" y="19459635"/>
                </a:lnTo>
                <a:lnTo>
                  <a:pt x="11416530" y="19486275"/>
                </a:lnTo>
                <a:cubicBezTo>
                  <a:pt x="10824880" y="19641249"/>
                  <a:pt x="10085936" y="19855575"/>
                  <a:pt x="9655043" y="19860455"/>
                </a:cubicBezTo>
                <a:cubicBezTo>
                  <a:pt x="8965614" y="19868265"/>
                  <a:pt x="8639043" y="19376331"/>
                  <a:pt x="8087500" y="19376331"/>
                </a:cubicBezTo>
                <a:cubicBezTo>
                  <a:pt x="7535957" y="19376331"/>
                  <a:pt x="6943291" y="19826619"/>
                  <a:pt x="6345786" y="19860455"/>
                </a:cubicBezTo>
                <a:cubicBezTo>
                  <a:pt x="5748282" y="19894293"/>
                  <a:pt x="4862910" y="19615791"/>
                  <a:pt x="4502472" y="19579351"/>
                </a:cubicBezTo>
                <a:cubicBezTo>
                  <a:pt x="4142034" y="19542911"/>
                  <a:pt x="4183158" y="19623599"/>
                  <a:pt x="4183158" y="19641819"/>
                </a:cubicBezTo>
                <a:cubicBezTo>
                  <a:pt x="4183158" y="19660039"/>
                  <a:pt x="4183158" y="19607983"/>
                  <a:pt x="4502472" y="19688669"/>
                </a:cubicBezTo>
                <a:cubicBezTo>
                  <a:pt x="4821787" y="19769357"/>
                  <a:pt x="5595882" y="20105121"/>
                  <a:pt x="6099043" y="20125943"/>
                </a:cubicBezTo>
                <a:cubicBezTo>
                  <a:pt x="6602205" y="20146765"/>
                  <a:pt x="7139233" y="19857853"/>
                  <a:pt x="7521443" y="19813605"/>
                </a:cubicBezTo>
                <a:cubicBezTo>
                  <a:pt x="7903653" y="19769357"/>
                  <a:pt x="8147976" y="19787577"/>
                  <a:pt x="8392300" y="19860455"/>
                </a:cubicBezTo>
                <a:cubicBezTo>
                  <a:pt x="8636624" y="19933335"/>
                  <a:pt x="8786605" y="20159779"/>
                  <a:pt x="8987386" y="20250879"/>
                </a:cubicBezTo>
                <a:cubicBezTo>
                  <a:pt x="9188167" y="20341979"/>
                  <a:pt x="9301862" y="20396637"/>
                  <a:pt x="9596986" y="20407049"/>
                </a:cubicBezTo>
                <a:cubicBezTo>
                  <a:pt x="9892110" y="20417459"/>
                  <a:pt x="10346891" y="20383623"/>
                  <a:pt x="10758129" y="20313347"/>
                </a:cubicBezTo>
                <a:cubicBezTo>
                  <a:pt x="10963748" y="20278209"/>
                  <a:pt x="11229843" y="20237215"/>
                  <a:pt x="11474772" y="20184507"/>
                </a:cubicBezTo>
                <a:lnTo>
                  <a:pt x="11519999" y="20173909"/>
                </a:lnTo>
                <a:lnTo>
                  <a:pt x="11519999" y="26408445"/>
                </a:lnTo>
                <a:cubicBezTo>
                  <a:pt x="11519999" y="26536329"/>
                  <a:pt x="11416330" y="26639997"/>
                  <a:pt x="11288447" y="26639997"/>
                </a:cubicBezTo>
                <a:lnTo>
                  <a:pt x="231552" y="26639997"/>
                </a:lnTo>
                <a:cubicBezTo>
                  <a:pt x="119654" y="26639997"/>
                  <a:pt x="26295" y="26560627"/>
                  <a:pt x="4704" y="26455111"/>
                </a:cubicBezTo>
                <a:lnTo>
                  <a:pt x="1281" y="26421153"/>
                </a:lnTo>
                <a:lnTo>
                  <a:pt x="3878609" y="26421153"/>
                </a:lnTo>
                <a:cubicBezTo>
                  <a:pt x="4034135" y="26421153"/>
                  <a:pt x="4160215" y="26295073"/>
                  <a:pt x="4160215" y="26139545"/>
                </a:cubicBezTo>
                <a:lnTo>
                  <a:pt x="4160215" y="20042757"/>
                </a:lnTo>
                <a:cubicBezTo>
                  <a:pt x="4160215" y="19887231"/>
                  <a:pt x="4034135" y="19761153"/>
                  <a:pt x="3878609" y="19761153"/>
                </a:cubicBezTo>
                <a:lnTo>
                  <a:pt x="0" y="19761153"/>
                </a:lnTo>
                <a:lnTo>
                  <a:pt x="0" y="19510321"/>
                </a:lnTo>
                <a:lnTo>
                  <a:pt x="3908099" y="19510321"/>
                </a:lnTo>
                <a:cubicBezTo>
                  <a:pt x="4047338" y="19510321"/>
                  <a:pt x="4160215" y="19397445"/>
                  <a:pt x="4160215" y="19258207"/>
                </a:cubicBezTo>
                <a:lnTo>
                  <a:pt x="4160215" y="13102438"/>
                </a:lnTo>
                <a:cubicBezTo>
                  <a:pt x="4160215" y="12963202"/>
                  <a:pt x="4047338" y="12850322"/>
                  <a:pt x="3908099" y="12850322"/>
                </a:cubicBezTo>
                <a:lnTo>
                  <a:pt x="0" y="12850322"/>
                </a:lnTo>
                <a:lnTo>
                  <a:pt x="0" y="12628992"/>
                </a:lnTo>
                <a:lnTo>
                  <a:pt x="3878609" y="12628992"/>
                </a:lnTo>
                <a:cubicBezTo>
                  <a:pt x="4034135" y="12628992"/>
                  <a:pt x="4160215" y="12502911"/>
                  <a:pt x="4160215" y="12347383"/>
                </a:cubicBezTo>
                <a:lnTo>
                  <a:pt x="4160215" y="6250597"/>
                </a:lnTo>
                <a:cubicBezTo>
                  <a:pt x="4160215" y="6095069"/>
                  <a:pt x="4034135" y="5968991"/>
                  <a:pt x="3878609" y="5968991"/>
                </a:cubicBezTo>
                <a:lnTo>
                  <a:pt x="0" y="5968991"/>
                </a:lnTo>
                <a:lnTo>
                  <a:pt x="0" y="231552"/>
                </a:lnTo>
                <a:cubicBezTo>
                  <a:pt x="0" y="103669"/>
                  <a:pt x="103669" y="0"/>
                  <a:pt x="231552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chemeClr val="bg1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FI" sz="1805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C24762BF-158E-E2D0-4127-EDFD4436FDFA}"/>
              </a:ext>
            </a:extLst>
          </p:cNvPr>
          <p:cNvSpPr/>
          <p:nvPr/>
        </p:nvSpPr>
        <p:spPr>
          <a:xfrm>
            <a:off x="504495" y="3122508"/>
            <a:ext cx="1872000" cy="1620000"/>
          </a:xfrm>
          <a:prstGeom prst="hexagon">
            <a:avLst/>
          </a:prstGeom>
          <a:solidFill>
            <a:srgbClr val="004C47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7" name="Hexagon 6">
            <a:extLst>
              <a:ext uri="{FF2B5EF4-FFF2-40B4-BE49-F238E27FC236}">
                <a16:creationId xmlns:a16="http://schemas.microsoft.com/office/drawing/2014/main" id="{3B527712-8F2C-6263-40EF-B2A2CE78A022}"/>
              </a:ext>
            </a:extLst>
          </p:cNvPr>
          <p:cNvSpPr/>
          <p:nvPr/>
        </p:nvSpPr>
        <p:spPr>
          <a:xfrm>
            <a:off x="2044261" y="3932384"/>
            <a:ext cx="1872000" cy="1620000"/>
          </a:xfrm>
          <a:prstGeom prst="hexagon">
            <a:avLst/>
          </a:prstGeom>
          <a:solidFill>
            <a:srgbClr val="00746C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254B4015-943B-49D1-B0F9-431F40C1873A}"/>
              </a:ext>
            </a:extLst>
          </p:cNvPr>
          <p:cNvSpPr/>
          <p:nvPr/>
        </p:nvSpPr>
        <p:spPr>
          <a:xfrm>
            <a:off x="3584027" y="3122508"/>
            <a:ext cx="1872000" cy="1620000"/>
          </a:xfrm>
          <a:prstGeom prst="hexagon">
            <a:avLst/>
          </a:prstGeom>
          <a:solidFill>
            <a:srgbClr val="00978D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62D84875-9E68-6712-2657-62C14582D629}"/>
              </a:ext>
            </a:extLst>
          </p:cNvPr>
          <p:cNvSpPr/>
          <p:nvPr/>
        </p:nvSpPr>
        <p:spPr>
          <a:xfrm>
            <a:off x="5155324" y="3932384"/>
            <a:ext cx="1872000" cy="1620000"/>
          </a:xfrm>
          <a:prstGeom prst="hexagon">
            <a:avLst/>
          </a:prstGeom>
          <a:solidFill>
            <a:srgbClr val="0CB9A7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C5254688-4E16-3C5B-E48C-DD15D6F016F1}"/>
              </a:ext>
            </a:extLst>
          </p:cNvPr>
          <p:cNvSpPr/>
          <p:nvPr/>
        </p:nvSpPr>
        <p:spPr>
          <a:xfrm>
            <a:off x="6726621" y="3122508"/>
            <a:ext cx="1872000" cy="1620000"/>
          </a:xfrm>
          <a:prstGeom prst="hexagon">
            <a:avLst/>
          </a:prstGeom>
          <a:solidFill>
            <a:srgbClr val="65B68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A958C89A-0CE9-3E2C-4F0E-C2D8104FCBF3}"/>
              </a:ext>
            </a:extLst>
          </p:cNvPr>
          <p:cNvSpPr/>
          <p:nvPr/>
        </p:nvSpPr>
        <p:spPr>
          <a:xfrm>
            <a:off x="8297918" y="3932384"/>
            <a:ext cx="1872000" cy="1620000"/>
          </a:xfrm>
          <a:prstGeom prst="hexagon">
            <a:avLst/>
          </a:prstGeom>
          <a:solidFill>
            <a:srgbClr val="B9B46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2" name="Hexagon 11">
            <a:extLst>
              <a:ext uri="{FF2B5EF4-FFF2-40B4-BE49-F238E27FC236}">
                <a16:creationId xmlns:a16="http://schemas.microsoft.com/office/drawing/2014/main" id="{B412C31F-C6C6-97AE-02AA-553810CF2BAB}"/>
              </a:ext>
            </a:extLst>
          </p:cNvPr>
          <p:cNvSpPr/>
          <p:nvPr/>
        </p:nvSpPr>
        <p:spPr>
          <a:xfrm>
            <a:off x="9869215" y="3122508"/>
            <a:ext cx="1872000" cy="1620000"/>
          </a:xfrm>
          <a:prstGeom prst="hexagon">
            <a:avLst/>
          </a:prstGeom>
          <a:solidFill>
            <a:srgbClr val="EFB25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I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2" name="Graphic 1" descr="Octopus with solid fill">
            <a:extLst>
              <a:ext uri="{FF2B5EF4-FFF2-40B4-BE49-F238E27FC236}">
                <a16:creationId xmlns:a16="http://schemas.microsoft.com/office/drawing/2014/main" id="{F3DD2725-3440-1EC7-415C-8863B76DF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45341" y="360281"/>
            <a:ext cx="914400" cy="914400"/>
          </a:xfrm>
          <a:prstGeom prst="rect">
            <a:avLst/>
          </a:prstGeom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D3CB51-6ADA-17A9-04F8-8A71953BFEF7}"/>
              </a:ext>
            </a:extLst>
          </p:cNvPr>
          <p:cNvSpPr txBox="1"/>
          <p:nvPr/>
        </p:nvSpPr>
        <p:spPr>
          <a:xfrm>
            <a:off x="555834" y="369180"/>
            <a:ext cx="553549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dirty="0">
                <a:gradFill flip="none" rotWithShape="1">
                  <a:gsLst>
                    <a:gs pos="31000">
                      <a:srgbClr val="00C6BB"/>
                    </a:gs>
                    <a:gs pos="77000">
                      <a:srgbClr val="EFB251"/>
                    </a:gs>
                  </a:gsLst>
                  <a:lin ang="16200000" scaled="1"/>
                  <a:tileRect/>
                </a:gradFill>
                <a:latin typeface="STHupo" panose="02010800040101010101" pitchFamily="2" charset="-122"/>
                <a:ea typeface="STHupo" panose="02010800040101010101" pitchFamily="2" charset="-122"/>
              </a:rPr>
              <a:t>KRAKEN     KOFFEE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B82071-1332-6AAC-A320-D2826DCBFB91}"/>
              </a:ext>
            </a:extLst>
          </p:cNvPr>
          <p:cNvSpPr txBox="1"/>
          <p:nvPr/>
        </p:nvSpPr>
        <p:spPr>
          <a:xfrm>
            <a:off x="5939627" y="495645"/>
            <a:ext cx="58015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3600" spc="300" dirty="0">
                <a:ln w="25400">
                  <a:gradFill>
                    <a:gsLst>
                      <a:gs pos="0">
                        <a:schemeClr val="accent2"/>
                      </a:gs>
                      <a:gs pos="100000">
                        <a:schemeClr val="accent1"/>
                      </a:gs>
                    </a:gsLst>
                    <a:lin ang="5400000" scaled="1"/>
                  </a:gradFill>
                </a:ln>
                <a:solidFill>
                  <a:schemeClr val="bg1"/>
                </a:solidFill>
                <a:latin typeface="STHupo" panose="02010800040101010101" pitchFamily="2" charset="-122"/>
                <a:ea typeface="STHupo" panose="02010800040101010101" pitchFamily="2" charset="-122"/>
              </a:rPr>
              <a:t>2023 HALF-YEAR REVIEW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2B1EE8-DFCB-428E-83E8-77D5700B9CF6}"/>
              </a:ext>
            </a:extLst>
          </p:cNvPr>
          <p:cNvSpPr txBox="1"/>
          <p:nvPr/>
        </p:nvSpPr>
        <p:spPr>
          <a:xfrm>
            <a:off x="331324" y="1281754"/>
            <a:ext cx="1152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dirty="0">
                <a:solidFill>
                  <a:schemeClr val="bg2">
                    <a:lumMod val="25000"/>
                  </a:schemeClr>
                </a:solidFill>
                <a:latin typeface="Bahnschrift Condensed" panose="020B0502040204020203" pitchFamily="34" charset="0"/>
              </a:rPr>
              <a:t>Welcome to the 2023 Sales Review report for Kraken Koffee’s </a:t>
            </a:r>
            <a:r>
              <a:rPr lang="en-FI" dirty="0">
                <a:solidFill>
                  <a:schemeClr val="accent1"/>
                </a:solidFill>
                <a:latin typeface="Bahnschrift Condensed" panose="020B0502040204020203" pitchFamily="34" charset="0"/>
              </a:rPr>
              <a:t>NEW FLORIDA SALES REGION</a:t>
            </a:r>
            <a:r>
              <a:rPr lang="en-FI" dirty="0">
                <a:solidFill>
                  <a:schemeClr val="bg2">
                    <a:lumMod val="25000"/>
                  </a:schemeClr>
                </a:solidFill>
                <a:latin typeface="Bahnschrift Condensed" panose="020B0502040204020203" pitchFamily="34" charset="0"/>
              </a:rPr>
              <a:t>. In the visuals below, you will learn all about our brilliant team’s performance across our three flagship stores. We’ll cover insights from a range of strategic areas, pinpoint specific opportunities for improvement, and forecast the second half of 2023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AA2394-3F4A-8E15-96A9-EA1C7019E8C1}"/>
              </a:ext>
            </a:extLst>
          </p:cNvPr>
          <p:cNvSpPr txBox="1"/>
          <p:nvPr/>
        </p:nvSpPr>
        <p:spPr>
          <a:xfrm>
            <a:off x="555834" y="2550202"/>
            <a:ext cx="1757599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3A36"/>
                </a:solidFill>
                <a:latin typeface="Bahnschrift Condensed" panose="020B0502040204020203" pitchFamily="34" charset="0"/>
              </a:rPr>
              <a:t>Total # of Purchases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B115F7-519E-78FF-C311-A3B7F591673D}"/>
              </a:ext>
            </a:extLst>
          </p:cNvPr>
          <p:cNvSpPr txBox="1"/>
          <p:nvPr/>
        </p:nvSpPr>
        <p:spPr>
          <a:xfrm>
            <a:off x="2130489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5852"/>
                </a:solidFill>
                <a:latin typeface="Bahnschrift Condensed" panose="020B0502040204020203" pitchFamily="34" charset="0"/>
              </a:rPr>
              <a:t>Total Sales ($)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26DD93-DEAD-02BA-855D-D123CDCCF0BE}"/>
              </a:ext>
            </a:extLst>
          </p:cNvPr>
          <p:cNvSpPr txBox="1"/>
          <p:nvPr/>
        </p:nvSpPr>
        <p:spPr>
          <a:xfrm>
            <a:off x="3901747" y="2550202"/>
            <a:ext cx="1239063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07E75"/>
                </a:solidFill>
                <a:latin typeface="Bahnschrift Condensed" panose="020B0502040204020203" pitchFamily="34" charset="0"/>
              </a:rPr>
              <a:t>Average Order Size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D784FD-D4ED-E1E6-92D1-55F72963E731}"/>
              </a:ext>
            </a:extLst>
          </p:cNvPr>
          <p:cNvSpPr txBox="1"/>
          <p:nvPr/>
        </p:nvSpPr>
        <p:spPr>
          <a:xfrm>
            <a:off x="5259065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0A9E90"/>
                </a:solidFill>
                <a:latin typeface="Bahnschrift Condensed" panose="020B0502040204020203" pitchFamily="34" charset="0"/>
              </a:rPr>
              <a:t># of New Stores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179A0F-6887-18F0-79DC-E39CAC52F547}"/>
              </a:ext>
            </a:extLst>
          </p:cNvPr>
          <p:cNvSpPr txBox="1"/>
          <p:nvPr/>
        </p:nvSpPr>
        <p:spPr>
          <a:xfrm>
            <a:off x="6973123" y="2550202"/>
            <a:ext cx="1370978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53AD77"/>
                </a:solidFill>
                <a:latin typeface="Bahnschrift Condensed" panose="020B0502040204020203" pitchFamily="34" charset="0"/>
              </a:rPr>
              <a:t>Total # Of Menu Items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40BC08-BF12-8F48-30CD-D83079D71570}"/>
              </a:ext>
            </a:extLst>
          </p:cNvPr>
          <p:cNvSpPr txBox="1"/>
          <p:nvPr/>
        </p:nvSpPr>
        <p:spPr>
          <a:xfrm>
            <a:off x="8387642" y="5584988"/>
            <a:ext cx="1757599" cy="348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AFA851"/>
                </a:solidFill>
                <a:latin typeface="Bahnschrift Condensed" panose="020B0502040204020203" pitchFamily="34" charset="0"/>
              </a:rPr>
              <a:t>Best Seller ($)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923856-6776-452F-F2FD-709A9642E8ED}"/>
              </a:ext>
            </a:extLst>
          </p:cNvPr>
          <p:cNvSpPr txBox="1"/>
          <p:nvPr/>
        </p:nvSpPr>
        <p:spPr>
          <a:xfrm>
            <a:off x="9907311" y="2550202"/>
            <a:ext cx="1757599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FI" sz="2000" dirty="0">
                <a:solidFill>
                  <a:srgbClr val="ECA32C"/>
                </a:solidFill>
                <a:latin typeface="Bahnschrift Condensed" panose="020B0502040204020203" pitchFamily="34" charset="0"/>
              </a:rPr>
              <a:t>Best Seller (Quantity)</a:t>
            </a:r>
          </a:p>
        </p:txBody>
      </p:sp>
      <p:pic>
        <p:nvPicPr>
          <p:cNvPr id="36" name="Graphic 35" descr="Palm tree with solid fill">
            <a:extLst>
              <a:ext uri="{FF2B5EF4-FFF2-40B4-BE49-F238E27FC236}">
                <a16:creationId xmlns:a16="http://schemas.microsoft.com/office/drawing/2014/main" id="{9164895B-B067-791F-5D6C-9B9BEB9A66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1176" y="3101039"/>
            <a:ext cx="914400" cy="914400"/>
          </a:xfrm>
          <a:prstGeom prst="rect">
            <a:avLst/>
          </a:prstGeom>
        </p:spPr>
      </p:pic>
      <p:pic>
        <p:nvPicPr>
          <p:cNvPr id="38" name="Graphic 37" descr="Seaweed with solid fill">
            <a:extLst>
              <a:ext uri="{FF2B5EF4-FFF2-40B4-BE49-F238E27FC236}">
                <a16:creationId xmlns:a16="http://schemas.microsoft.com/office/drawing/2014/main" id="{DB9832E2-066E-FB3E-B343-93ACBB0ADE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81700" y="25865080"/>
            <a:ext cx="914400" cy="914400"/>
          </a:xfrm>
          <a:prstGeom prst="rect">
            <a:avLst/>
          </a:prstGeom>
        </p:spPr>
      </p:pic>
      <p:pic>
        <p:nvPicPr>
          <p:cNvPr id="40" name="Graphic 39" descr="Seaweed with solid fill">
            <a:extLst>
              <a:ext uri="{FF2B5EF4-FFF2-40B4-BE49-F238E27FC236}">
                <a16:creationId xmlns:a16="http://schemas.microsoft.com/office/drawing/2014/main" id="{7FA8DC06-F6F0-1565-E94B-A32F6E6CE3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5424" y="25852380"/>
            <a:ext cx="914400" cy="914400"/>
          </a:xfrm>
          <a:prstGeom prst="rect">
            <a:avLst/>
          </a:prstGeom>
        </p:spPr>
      </p:pic>
      <p:pic>
        <p:nvPicPr>
          <p:cNvPr id="42" name="Graphic 41" descr="Seaweed with solid fill">
            <a:extLst>
              <a:ext uri="{FF2B5EF4-FFF2-40B4-BE49-F238E27FC236}">
                <a16:creationId xmlns:a16="http://schemas.microsoft.com/office/drawing/2014/main" id="{69BBDDDE-EE91-C14F-8C54-C12C2035939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23538" y="25865080"/>
            <a:ext cx="914400" cy="914400"/>
          </a:xfrm>
          <a:prstGeom prst="rect">
            <a:avLst/>
          </a:prstGeom>
        </p:spPr>
      </p:pic>
      <p:pic>
        <p:nvPicPr>
          <p:cNvPr id="44" name="Graphic 43" descr="Coral with solid fill">
            <a:extLst>
              <a:ext uri="{FF2B5EF4-FFF2-40B4-BE49-F238E27FC236}">
                <a16:creationId xmlns:a16="http://schemas.microsoft.com/office/drawing/2014/main" id="{CF878804-4CE0-FFDC-1637-0E935C20CE7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6062" y="25865080"/>
            <a:ext cx="914400" cy="914400"/>
          </a:xfrm>
          <a:prstGeom prst="rect">
            <a:avLst/>
          </a:prstGeom>
        </p:spPr>
      </p:pic>
      <p:pic>
        <p:nvPicPr>
          <p:cNvPr id="46" name="Graphic 45" descr="Conch with solid fill">
            <a:extLst>
              <a:ext uri="{FF2B5EF4-FFF2-40B4-BE49-F238E27FC236}">
                <a16:creationId xmlns:a16="http://schemas.microsoft.com/office/drawing/2014/main" id="{A8F77CA6-635F-6913-6DE4-FFBD7D5771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7228839">
            <a:off x="854062" y="26022208"/>
            <a:ext cx="914400" cy="914400"/>
          </a:xfrm>
          <a:prstGeom prst="rect">
            <a:avLst/>
          </a:prstGeom>
        </p:spPr>
      </p:pic>
      <p:pic>
        <p:nvPicPr>
          <p:cNvPr id="48" name="Graphic 47" descr="Fish with solid fill">
            <a:extLst>
              <a:ext uri="{FF2B5EF4-FFF2-40B4-BE49-F238E27FC236}">
                <a16:creationId xmlns:a16="http://schemas.microsoft.com/office/drawing/2014/main" id="{B7931663-18AE-9210-9130-16AF7CDEFA7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95876" y="19177681"/>
            <a:ext cx="742062" cy="742062"/>
          </a:xfrm>
          <a:prstGeom prst="rect">
            <a:avLst/>
          </a:prstGeom>
        </p:spPr>
      </p:pic>
      <p:pic>
        <p:nvPicPr>
          <p:cNvPr id="50" name="Graphic 49" descr="Seahorse with solid fill">
            <a:extLst>
              <a:ext uri="{FF2B5EF4-FFF2-40B4-BE49-F238E27FC236}">
                <a16:creationId xmlns:a16="http://schemas.microsoft.com/office/drawing/2014/main" id="{13A8E410-7A13-1077-6DE3-001309CD0D6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83248" y="20447000"/>
            <a:ext cx="571500" cy="571500"/>
          </a:xfrm>
          <a:prstGeom prst="rect">
            <a:avLst/>
          </a:prstGeom>
        </p:spPr>
      </p:pic>
      <p:pic>
        <p:nvPicPr>
          <p:cNvPr id="52" name="Graphic 51" descr="Clownfish with solid fill">
            <a:extLst>
              <a:ext uri="{FF2B5EF4-FFF2-40B4-BE49-F238E27FC236}">
                <a16:creationId xmlns:a16="http://schemas.microsoft.com/office/drawing/2014/main" id="{F4BF2453-FAF6-0DC6-38E5-42C634B38B1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68393" y="6458247"/>
            <a:ext cx="577553" cy="577553"/>
          </a:xfrm>
          <a:prstGeom prst="rect">
            <a:avLst/>
          </a:prstGeom>
        </p:spPr>
      </p:pic>
      <p:pic>
        <p:nvPicPr>
          <p:cNvPr id="54" name="Graphic 53" descr="Crab with solid fill">
            <a:extLst>
              <a:ext uri="{FF2B5EF4-FFF2-40B4-BE49-F238E27FC236}">
                <a16:creationId xmlns:a16="http://schemas.microsoft.com/office/drawing/2014/main" id="{C07D74BD-0611-F05B-FC72-2094BF68F75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776718" y="3156830"/>
            <a:ext cx="914400" cy="914400"/>
          </a:xfrm>
          <a:prstGeom prst="rect">
            <a:avLst/>
          </a:prstGeom>
        </p:spPr>
      </p:pic>
      <p:pic>
        <p:nvPicPr>
          <p:cNvPr id="55" name="Graphic 54" descr="Seahorse with solid fill">
            <a:extLst>
              <a:ext uri="{FF2B5EF4-FFF2-40B4-BE49-F238E27FC236}">
                <a16:creationId xmlns:a16="http://schemas.microsoft.com/office/drawing/2014/main" id="{2B0F52B5-502F-9A08-D853-7F085D8A48E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-2770" y="20566990"/>
            <a:ext cx="683429" cy="683429"/>
          </a:xfrm>
          <a:prstGeom prst="rect">
            <a:avLst/>
          </a:prstGeom>
        </p:spPr>
      </p:pic>
      <p:pic>
        <p:nvPicPr>
          <p:cNvPr id="56" name="Graphic 55" descr="Fish with solid fill">
            <a:extLst>
              <a:ext uri="{FF2B5EF4-FFF2-40B4-BE49-F238E27FC236}">
                <a16:creationId xmlns:a16="http://schemas.microsoft.com/office/drawing/2014/main" id="{1D820980-9DE2-767B-F8F9-AB0B2D56287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flipH="1">
            <a:off x="417205" y="18918993"/>
            <a:ext cx="746365" cy="742062"/>
          </a:xfrm>
          <a:prstGeom prst="rect">
            <a:avLst/>
          </a:prstGeom>
        </p:spPr>
      </p:pic>
      <p:pic>
        <p:nvPicPr>
          <p:cNvPr id="57" name="Graphic 56" descr="Fish with solid fill">
            <a:extLst>
              <a:ext uri="{FF2B5EF4-FFF2-40B4-BE49-F238E27FC236}">
                <a16:creationId xmlns:a16="http://schemas.microsoft.com/office/drawing/2014/main" id="{2C62BBC9-5D2D-71FA-EE8D-71986AF31EC4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flipH="1">
            <a:off x="166224" y="19268941"/>
            <a:ext cx="511019" cy="508073"/>
          </a:xfrm>
          <a:prstGeom prst="rect">
            <a:avLst/>
          </a:prstGeom>
        </p:spPr>
      </p:pic>
      <p:pic>
        <p:nvPicPr>
          <p:cNvPr id="58" name="Graphic 57" descr="Fish with solid fill">
            <a:extLst>
              <a:ext uri="{FF2B5EF4-FFF2-40B4-BE49-F238E27FC236}">
                <a16:creationId xmlns:a16="http://schemas.microsoft.com/office/drawing/2014/main" id="{4E82DE10-4049-E690-8818-1E7071E6735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66338" y="12062694"/>
            <a:ext cx="914399" cy="914399"/>
          </a:xfrm>
          <a:prstGeom prst="rect">
            <a:avLst/>
          </a:prstGeom>
        </p:spPr>
      </p:pic>
      <p:pic>
        <p:nvPicPr>
          <p:cNvPr id="59" name="Graphic 58" descr="Fish with solid fill">
            <a:extLst>
              <a:ext uri="{FF2B5EF4-FFF2-40B4-BE49-F238E27FC236}">
                <a16:creationId xmlns:a16="http://schemas.microsoft.com/office/drawing/2014/main" id="{8B989804-E3EF-9336-7FCC-E46D785AB924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639285" y="11987279"/>
            <a:ext cx="497606" cy="497606"/>
          </a:xfrm>
          <a:prstGeom prst="rect">
            <a:avLst/>
          </a:prstGeom>
        </p:spPr>
      </p:pic>
      <p:pic>
        <p:nvPicPr>
          <p:cNvPr id="61" name="Graphic 60" descr="Clownfish with solid fill">
            <a:extLst>
              <a:ext uri="{FF2B5EF4-FFF2-40B4-BE49-F238E27FC236}">
                <a16:creationId xmlns:a16="http://schemas.microsoft.com/office/drawing/2014/main" id="{B8541940-BB05-CFF4-14B9-F600FC8FD50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207065" y="6747023"/>
            <a:ext cx="362002" cy="3620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CA84B9-7725-2F3D-5ACF-321424D79019}"/>
              </a:ext>
            </a:extLst>
          </p:cNvPr>
          <p:cNvSpPr txBox="1"/>
          <p:nvPr/>
        </p:nvSpPr>
        <p:spPr>
          <a:xfrm>
            <a:off x="8953500" y="27019331"/>
            <a:ext cx="3371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FI" sz="900" spc="300" dirty="0">
                <a:ln w="0">
                  <a:noFill/>
                </a:ln>
                <a:gradFill flip="none" rotWithShape="1">
                  <a:gsLst>
                    <a:gs pos="50000">
                      <a:srgbClr val="60B687"/>
                    </a:gs>
                    <a:gs pos="0">
                      <a:srgbClr val="007A72"/>
                    </a:gs>
                    <a:gs pos="100000">
                      <a:srgbClr val="EBA129"/>
                    </a:gs>
                  </a:gsLst>
                  <a:lin ang="0" scaled="1"/>
                  <a:tileRect/>
                </a:gradFill>
                <a:latin typeface="Bahnschrift SemiCondensed" panose="020B0502040204020203" pitchFamily="34" charset="0"/>
              </a:rPr>
              <a:t>Developed by Toni Sundqvist</a:t>
            </a:r>
          </a:p>
          <a:p>
            <a:pPr algn="r"/>
            <a:r>
              <a:rPr lang="en-FI" sz="900" spc="300" dirty="0">
                <a:ln w="0">
                  <a:noFill/>
                </a:ln>
                <a:gradFill flip="none" rotWithShape="1">
                  <a:gsLst>
                    <a:gs pos="50000">
                      <a:srgbClr val="60B687"/>
                    </a:gs>
                    <a:gs pos="0">
                      <a:srgbClr val="007A72"/>
                    </a:gs>
                    <a:gs pos="100000">
                      <a:srgbClr val="EBA129"/>
                    </a:gs>
                  </a:gsLst>
                  <a:lin ang="0" scaled="1"/>
                  <a:tileRect/>
                </a:gradFill>
                <a:latin typeface="Bahnschrift SemiCondensed" panose="020B0502040204020203" pitchFamily="34" charset="0"/>
              </a:rPr>
              <a:t>Project by Sean Chandler</a:t>
            </a:r>
          </a:p>
        </p:txBody>
      </p:sp>
    </p:spTree>
    <p:extLst>
      <p:ext uri="{BB962C8B-B14F-4D97-AF65-F5344CB8AC3E}">
        <p14:creationId xmlns:p14="http://schemas.microsoft.com/office/powerpoint/2010/main" val="941810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C6BB"/>
      </a:accent1>
      <a:accent2>
        <a:srgbClr val="EFB251"/>
      </a:accent2>
      <a:accent3>
        <a:srgbClr val="6FEBA0"/>
      </a:accent3>
      <a:accent4>
        <a:srgbClr val="636363"/>
      </a:accent4>
      <a:accent5>
        <a:srgbClr val="7FCB84"/>
      </a:accent5>
      <a:accent6>
        <a:srgbClr val="004C47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</TotalTime>
  <Words>98</Words>
  <Application>Microsoft Office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STHupo</vt:lpstr>
      <vt:lpstr>Aptos</vt:lpstr>
      <vt:lpstr>Aptos Display</vt:lpstr>
      <vt:lpstr>Arial</vt:lpstr>
      <vt:lpstr>Bahnschrift Condensed</vt:lpstr>
      <vt:lpstr>Bahnschrift SemiCondensed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 Sundqvist</dc:creator>
  <cp:lastModifiedBy>Toni Sundqvist</cp:lastModifiedBy>
  <cp:revision>38</cp:revision>
  <dcterms:created xsi:type="dcterms:W3CDTF">2025-10-05T12:11:54Z</dcterms:created>
  <dcterms:modified xsi:type="dcterms:W3CDTF">2025-10-11T17:18:40Z</dcterms:modified>
</cp:coreProperties>
</file>