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6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F010-09B2-48C3-E74F-430A442B6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EFB65-781E-4AB6-0950-CB34189FE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00B0E-A466-FEF3-6795-52672851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449F3-3E55-460B-65DE-85F84F52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9EA5-777D-4AAF-687A-80E41EAB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4189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1072-FAFE-5DAD-CB9A-C75371F3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86D1-8A17-21F2-B4B9-B0E524C51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D6E4C-6EB6-A318-B5F3-98592235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89B9B-8ABE-DE34-DDF7-53643E65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D4DB5-CB0F-4B26-909A-CDA1DC7A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7362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4477-E8ED-CD0E-145F-4F5AFF06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5F3BF-C3DC-8367-3952-FA1560ACA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F4379-9C10-D21A-BA36-2278B162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3D833-3581-9616-5531-E839CB69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324C7-A9C7-4F56-A9D9-249CE623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4984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1A5D-5BCF-2D8B-EC15-9B74BE287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715D2-1C01-F4EF-052D-60CCA2F4D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14F00-21F4-8E02-5F4D-F17F407CB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BA92B-E35B-8BB0-A59C-A0C4C5494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D7DCF-759F-A361-E7F8-073F616D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9613-F38D-AAEC-D8F8-C0F574A8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54193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053D-5D95-DD6F-6309-7B350E49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35A31-C666-4C4C-F6C2-E9FB89081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A65A6-423C-9725-C9FD-37EEC9D08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46F50-9044-2FB5-B175-F93242B1E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35188-F9C0-50B5-C953-823E543F5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1BB553-2500-0415-C00A-ABB6A14C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BA5EC-E367-6962-08ED-CD3DEC58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D6BF5-AB8D-91F7-B880-0B5AB5CE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705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4387F-0789-1683-A9E6-6519E3EC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DA571-EDD2-0F47-2E56-237E293C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DBDA7-2412-3F31-BADF-CB33AE59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09F13-7386-C640-6C82-22163C20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9006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E23C4-8E46-49D6-73BE-3DCBA788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7A72D-71B5-3BC9-7372-AA5B2735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E252C-41F2-E00D-FC89-FF4DAD54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0933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AAF9-B3AB-3258-E855-DC9DB5EB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7BD27-922A-BBF6-36AC-653AB1A38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3C676-AAD2-670A-1024-25F5D3EDD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FB087-4B5A-4179-82BE-090F611E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15048-2047-4285-1C97-013C96FE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15E0F-97F3-3D59-0721-2C60BAB2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6955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B885-B50B-6F25-F182-048FD3166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8ED240-3A69-E8DD-D74B-55520F281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096AC-C02D-EA93-8DA3-330EE0326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BB81A-82BB-D8FC-CE57-2F0674BA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6F116-A6A9-BEAC-3CD3-730B996F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41865-BC80-7F86-E281-FC29F037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8935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0DBC-4F81-B6E4-4B6A-70F8C1E7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361B-4547-98B7-619B-627112C36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96F9F-7636-362B-BF00-62800818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8AB4A-B6A1-6E50-D66D-644119460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3ABC6-E0FA-D1F4-35B0-026BE4F8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6242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3FE11-99FC-636C-EBBB-C3AD1F228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BD899-9C77-828A-1709-EAFB8D713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AE7B2-4A81-3257-1520-B4A6E2DB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8707D-DD11-31B5-DE79-9D22DCD7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CC62E-0A86-4B2F-1814-705C340E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75194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FBA93-3D61-A6BA-9E69-DABC75F4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902C4-3EB6-8B1E-0C83-951D43AAA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CE187-5CB6-ED01-5912-CB5E93DE3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15D44-5D2A-41C5-A12A-A64B72DF3BE7}" type="datetimeFigureOut">
              <a:rPr lang="en-FI" smtClean="0"/>
              <a:t>05/10/2025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6E65-CDAA-4246-16C3-F024CAE9F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7CC1D-D979-A256-A6DC-8E051FC5D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70F44-EFA3-4F47-910E-B62AAF493DE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5546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38FA-AE0D-91F4-806B-4CE66891B5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BF989A-0215-42E7-7DED-047FF2AD99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418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Sundqvist</dc:creator>
  <cp:lastModifiedBy>Toni Sundqvist</cp:lastModifiedBy>
  <cp:revision>1</cp:revision>
  <dcterms:created xsi:type="dcterms:W3CDTF">2025-10-05T12:11:54Z</dcterms:created>
  <dcterms:modified xsi:type="dcterms:W3CDTF">2025-10-05T12:12:55Z</dcterms:modified>
</cp:coreProperties>
</file>