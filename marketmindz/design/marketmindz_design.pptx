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11C"/>
    <a:srgbClr val="F4DE3A"/>
    <a:srgbClr val="608F3D"/>
    <a:srgbClr val="A2CF49"/>
    <a:srgbClr val="97E9D5"/>
    <a:srgbClr val="41AEBD"/>
    <a:srgbClr val="94D7E4"/>
    <a:srgbClr val="455F51"/>
    <a:srgbClr val="48D8B5"/>
    <a:srgbClr val="318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1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B6F53-92C8-4509-9F1A-55492588CC3C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EC318-3314-4B61-B03F-15019DEAF82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429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9474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81BA-2FED-F097-E36D-E4733296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5593A-D65D-DA99-381F-BFFFF4BC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E684E-D1DC-EBC4-2C0A-A9416F04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364BC-40B6-01CC-357B-C3F95CAF3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529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31F9-7179-E4AA-064A-94C80641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9679A-9663-8A31-D1F7-4AD0ABFC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BCA-3DE8-CFBA-E046-28DBE6684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FC157-0EA1-B0DA-2F48-6627D9315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08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17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3412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182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9528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3270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41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138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23638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4986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689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12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5606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7835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006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7292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31640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9224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6278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32169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EAD44-1958-8149-014F-865C8B254313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Campaign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BE875-9016-BA15-FF10-FAD713A797A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</a:t>
            </a:r>
            <a:r>
              <a:rPr lang="en-US" sz="1600" spc="3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Sunkken</a:t>
            </a:r>
            <a:endParaRPr lang="en-FI" sz="1600" spc="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59B40-517D-237C-DA59-D34C01BAA7E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37E864-50F3-3B22-FB48-A7CD56462838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3B5901-56D9-3E18-1C26-7288D73A6F74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941C88D-46F7-B45A-E952-57C7F57D2BBE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F666A1-CEEC-F1B7-6404-E4BE7FDBB817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E212B-0A21-E32D-D2B7-805CBA5489F4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79532-A556-B274-DA65-9E9BAED3A9D7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Market   </a:t>
            </a:r>
            <a:r>
              <a:rPr lang="en-US" sz="2400" dirty="0" err="1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Mindz</a:t>
            </a:r>
            <a:endParaRPr lang="en-FI" sz="2400" dirty="0">
              <a:effectLst>
                <a:glow rad="76200">
                  <a:schemeClr val="accent6">
                    <a:alpha val="30000"/>
                  </a:schemeClr>
                </a:glow>
                <a:reflection blurRad="50800" stA="50000" endA="300" endPos="37000" dist="25400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746FEF44-F2CF-2573-4882-564E85F8C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72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D9B99-9F55-9D26-75D1-C2281EB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A5F8FB-9ACC-4B99-CF16-14166701188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Buyer Composition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4AEF2-7042-0AAA-81C9-12D9734FAAEC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</a:t>
            </a: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Sunkken</a:t>
            </a:r>
            <a:endParaRPr kumimoji="0" lang="en-FI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B242B-208B-3A71-AA62-F8A3825D216F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45FDC6-FBEF-A703-47AA-1BD3063A4896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3A231A-7EBB-6D24-6471-9E2E08DC0F59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39DA08-D39B-0408-C5EF-BFE83FCEA4BC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552FEFF-ACD7-412C-2E95-E30237F93D06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17B44-1EFB-91B8-9E5D-0E8C6E657C6C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94AD9-9AD1-39EF-C688-C69DAAF2A7AC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EBE6170B-8460-179D-C2EA-6D32E447F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63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ED3F-22FB-3D6F-BEAA-D0FD84A2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E0765-29AE-68DE-E8BB-4A0E03682DD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Purchase Drivers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452DD-F188-CEAA-61F0-D79F4697E67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</a:t>
            </a: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Sunkken</a:t>
            </a:r>
            <a:endParaRPr kumimoji="0" lang="en-FI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82C14-BEEB-0FA1-F777-EEBC945A98B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E6F78-3439-10FB-91AC-726DFC803043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7E3DD6-BDA7-AE6F-07C7-B379F318B82A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B0BE7E-1CE5-EBD0-AE10-C1412543EA40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EDD6753-5CD9-A7B5-EBFD-7968D3F44B42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C758F-DE0B-5705-5B59-46D75314F383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44178-F77F-D827-07C5-791E289878C3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0843F6FA-2C68-115F-9592-8164CF4C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15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942F3D-7C61-21F9-2DB6-1E8A837AF234}"/>
              </a:ext>
            </a:extLst>
          </p:cNvPr>
          <p:cNvSpPr/>
          <p:nvPr/>
        </p:nvSpPr>
        <p:spPr>
          <a:xfrm>
            <a:off x="1704086" y="805543"/>
            <a:ext cx="914400" cy="914400"/>
          </a:xfrm>
          <a:prstGeom prst="rect">
            <a:avLst/>
          </a:prstGeom>
          <a:solidFill>
            <a:srgbClr val="455F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AF0D3-0830-3AFD-1F9E-50A5CB6080BE}"/>
              </a:ext>
            </a:extLst>
          </p:cNvPr>
          <p:cNvSpPr/>
          <p:nvPr/>
        </p:nvSpPr>
        <p:spPr>
          <a:xfrm>
            <a:off x="2857864" y="805543"/>
            <a:ext cx="914400" cy="914400"/>
          </a:xfrm>
          <a:prstGeom prst="rect">
            <a:avLst/>
          </a:prstGeom>
          <a:solidFill>
            <a:srgbClr val="94D7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67308-2DAE-7262-69A4-A7EE3AC92783}"/>
              </a:ext>
            </a:extLst>
          </p:cNvPr>
          <p:cNvSpPr/>
          <p:nvPr/>
        </p:nvSpPr>
        <p:spPr>
          <a:xfrm>
            <a:off x="4011642" y="805543"/>
            <a:ext cx="914400" cy="914400"/>
          </a:xfrm>
          <a:prstGeom prst="rect">
            <a:avLst/>
          </a:prstGeom>
          <a:solidFill>
            <a:srgbClr val="41AE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06C8F-D23B-3316-3B3B-2417AFB45F32}"/>
              </a:ext>
            </a:extLst>
          </p:cNvPr>
          <p:cNvSpPr/>
          <p:nvPr/>
        </p:nvSpPr>
        <p:spPr>
          <a:xfrm>
            <a:off x="5165420" y="805543"/>
            <a:ext cx="914400" cy="914400"/>
          </a:xfrm>
          <a:prstGeom prst="rect">
            <a:avLst/>
          </a:prstGeom>
          <a:solidFill>
            <a:srgbClr val="97E9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EF854-C623-E724-33CE-85AFF4E1334D}"/>
              </a:ext>
            </a:extLst>
          </p:cNvPr>
          <p:cNvSpPr/>
          <p:nvPr/>
        </p:nvSpPr>
        <p:spPr>
          <a:xfrm>
            <a:off x="6319198" y="805543"/>
            <a:ext cx="914400" cy="914400"/>
          </a:xfrm>
          <a:prstGeom prst="rect">
            <a:avLst/>
          </a:prstGeom>
          <a:solidFill>
            <a:srgbClr val="A2CF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7B761-366B-7B37-5425-C767C8ED86F2}"/>
              </a:ext>
            </a:extLst>
          </p:cNvPr>
          <p:cNvSpPr/>
          <p:nvPr/>
        </p:nvSpPr>
        <p:spPr>
          <a:xfrm>
            <a:off x="7472976" y="805543"/>
            <a:ext cx="914400" cy="914400"/>
          </a:xfrm>
          <a:prstGeom prst="rect">
            <a:avLst/>
          </a:prstGeom>
          <a:solidFill>
            <a:srgbClr val="608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63969-3210-E6F2-0CE0-14B934610AC9}"/>
              </a:ext>
            </a:extLst>
          </p:cNvPr>
          <p:cNvSpPr/>
          <p:nvPr/>
        </p:nvSpPr>
        <p:spPr>
          <a:xfrm>
            <a:off x="8626754" y="805543"/>
            <a:ext cx="914400" cy="914400"/>
          </a:xfrm>
          <a:prstGeom prst="rect">
            <a:avLst/>
          </a:prstGeom>
          <a:solidFill>
            <a:srgbClr val="F4DE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E4F8C6-BE0C-9665-5C01-6E4B03568227}"/>
              </a:ext>
            </a:extLst>
          </p:cNvPr>
          <p:cNvSpPr/>
          <p:nvPr/>
        </p:nvSpPr>
        <p:spPr>
          <a:xfrm>
            <a:off x="9780531" y="805543"/>
            <a:ext cx="914400" cy="914400"/>
          </a:xfrm>
          <a:prstGeom prst="rect">
            <a:avLst/>
          </a:prstGeom>
          <a:solidFill>
            <a:srgbClr val="FCB1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3" name="Graphic 22" descr="Candy with solid fill">
            <a:extLst>
              <a:ext uri="{FF2B5EF4-FFF2-40B4-BE49-F238E27FC236}">
                <a16:creationId xmlns:a16="http://schemas.microsoft.com/office/drawing/2014/main" id="{0BE6869C-69F0-51BD-C353-0390E1E09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1390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Fruit bowl with solid fill">
            <a:extLst>
              <a:ext uri="{FF2B5EF4-FFF2-40B4-BE49-F238E27FC236}">
                <a16:creationId xmlns:a16="http://schemas.microsoft.com/office/drawing/2014/main" id="{9515A2B5-F699-FF50-5D58-E934D0DAF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9483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 descr="Wine with solid fill">
            <a:extLst>
              <a:ext uri="{FF2B5EF4-FFF2-40B4-BE49-F238E27FC236}">
                <a16:creationId xmlns:a16="http://schemas.microsoft.com/office/drawing/2014/main" id="{7A07C863-E47A-0B78-E515-0F6801F86F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3297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c 28" descr="Fish with solid fill">
            <a:extLst>
              <a:ext uri="{FF2B5EF4-FFF2-40B4-BE49-F238E27FC236}">
                <a16:creationId xmlns:a16="http://schemas.microsoft.com/office/drawing/2014/main" id="{5335823A-5E67-B29A-775C-0B4C1AA644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5204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Graphic 30" descr="Baguette with solid fill">
            <a:extLst>
              <a:ext uri="{FF2B5EF4-FFF2-40B4-BE49-F238E27FC236}">
                <a16:creationId xmlns:a16="http://schemas.microsoft.com/office/drawing/2014/main" id="{08DFE857-0B3B-F5CC-833E-178AFE7695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7111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Graphic 32" descr="Chicken leg with solid fill">
            <a:extLst>
              <a:ext uri="{FF2B5EF4-FFF2-40B4-BE49-F238E27FC236}">
                <a16:creationId xmlns:a16="http://schemas.microsoft.com/office/drawing/2014/main" id="{6C25EC96-F06B-0297-4329-2A93413105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9017" y="2726315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07446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151</TotalTime>
  <Words>31</Words>
  <Application>Microsoft Office PowerPoint</Application>
  <PresentationFormat>Widescreen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Bauhaus 93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Sundqvist</dc:creator>
  <cp:lastModifiedBy>Toni Sundqvist</cp:lastModifiedBy>
  <cp:revision>11</cp:revision>
  <dcterms:created xsi:type="dcterms:W3CDTF">2025-10-04T10:16:36Z</dcterms:created>
  <dcterms:modified xsi:type="dcterms:W3CDTF">2025-10-04T17:31:51Z</dcterms:modified>
</cp:coreProperties>
</file>