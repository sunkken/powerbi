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B11C"/>
    <a:srgbClr val="F4DE3A"/>
    <a:srgbClr val="608F3D"/>
    <a:srgbClr val="A2CF49"/>
    <a:srgbClr val="97E9D5"/>
    <a:srgbClr val="41AEBD"/>
    <a:srgbClr val="94D7E4"/>
    <a:srgbClr val="455F51"/>
    <a:srgbClr val="48D8B5"/>
    <a:srgbClr val="3182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7" autoAdjust="0"/>
    <p:restoredTop sz="94660"/>
  </p:normalViewPr>
  <p:slideViewPr>
    <p:cSldViewPr snapToGrid="0">
      <p:cViewPr varScale="1">
        <p:scale>
          <a:sx n="82" d="100"/>
          <a:sy n="82" d="100"/>
        </p:scale>
        <p:origin x="75" y="6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3B6F53-92C8-4509-9F1A-55492588CC3C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EC318-3314-4B61-B03F-15019DEAF820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542961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1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947461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A81BA-2FED-F097-E36D-E47332964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75593A-D65D-DA99-381F-BFFFF4BCCF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CE684E-D1DC-EBC4-2C0A-A9416F047C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364BC-40B6-01CC-357B-C3F95CAF39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45293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331F9-7179-E4AA-064A-94C806417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A9679A-9663-8A31-D1F7-4AD0ABFC01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BCA-3DE8-CFBA-E046-28DBE6684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,6</a:t>
            </a:r>
            <a:endParaRPr lang="en-FI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FC157-0EA1-B0DA-2F48-6627D9315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9EC318-3314-4B61-B03F-15019DEAF820}" type="slidenum">
              <a:rPr kumimoji="0" lang="en-FI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FI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5108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EC318-3314-4B61-B03F-15019DEAF820}" type="slidenum">
              <a:rPr lang="en-FI" smtClean="0"/>
              <a:t>4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17933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334129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918280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9528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32704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564189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71389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23638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4986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6895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41224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560691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57835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200645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27292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0316409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92249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62787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9B968DEF-A3FA-4F7F-BC5F-EC77099FD92D}" type="datetimeFigureOut">
              <a:rPr lang="en-FI" smtClean="0"/>
              <a:t>04/10/2025</a:t>
            </a:fld>
            <a:endParaRPr lang="en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A68B7DF-18DC-46A1-A02F-1F310497CC23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3321696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4AEAD44-1958-8149-014F-865C8B254313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Campaign Performance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2EBE875-9016-BA15-FF10-FAD713A797A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sz="1600" spc="3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Developed by </a:t>
            </a:r>
            <a:r>
              <a:rPr lang="en-US" sz="1600" spc="300" dirty="0" err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Sunkken</a:t>
            </a:r>
            <a:endParaRPr lang="en-FI" sz="1600" spc="3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2B59B40-517D-237C-DA59-D34C01BAA7E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37E864-50F3-3B22-FB48-A7CD56462838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3B5901-56D9-3E18-1C26-7288D73A6F74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941C88D-46F7-B45A-E952-57C7F57D2BBE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9F666A1-CEEC-F1B7-6404-E4BE7FDBB817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E212B-0A21-E32D-D2B7-805CBA5489F4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279532-A556-B274-DA65-9E9BAED3A9D7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Market   </a:t>
            </a:r>
            <a:r>
              <a:rPr lang="en-US" sz="2400" dirty="0" err="1">
                <a:effectLst>
                  <a:glow rad="76200">
                    <a:schemeClr val="accent6">
                      <a:alpha val="30000"/>
                    </a:schemeClr>
                  </a:glow>
                  <a:reflection blurRad="50800" stA="50000" endA="300" endPos="37000" dist="25400" dir="5400000" sy="-100000" algn="bl" rotWithShape="0"/>
                </a:effectLst>
                <a:latin typeface="Bauhaus 93" panose="04030905020B02020C02" pitchFamily="82" charset="0"/>
              </a:rPr>
              <a:t>Mindz</a:t>
            </a:r>
            <a:endParaRPr lang="en-FI" sz="2400" dirty="0">
              <a:effectLst>
                <a:glow rad="76200">
                  <a:schemeClr val="accent6">
                    <a:alpha val="30000"/>
                  </a:schemeClr>
                </a:glow>
                <a:reflection blurRad="50800" stA="50000" endA="300" endPos="37000" dist="25400" dir="5400000" sy="-100000" algn="bl" rotWithShape="0"/>
              </a:effectLst>
              <a:latin typeface="Bauhaus 93" panose="04030905020B02020C02" pitchFamily="82" charset="0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746FEF44-F2CF-2573-4882-564E85F8CC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720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5D9B99-9F55-9D26-75D1-C2281EB68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9A5F8FB-9ACC-4B99-CF16-14166701188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Buyer Composition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24AEF2-7042-0AAA-81C9-12D9734FAAEC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</a:t>
            </a: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Sunkken</a:t>
            </a:r>
            <a:endParaRPr kumimoji="0" lang="en-FI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4B242B-208B-3A71-AA62-F8A3825D216F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445FDC6-FBEF-A703-47AA-1BD3063A4896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E53A231A-7EBB-6D24-6471-9E2E08DC0F59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D339DA08-D39B-0408-C5EF-BFE83FCEA4BC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B552FEFF-ACD7-412C-2E95-E30237F93D06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017B44-1EFB-91B8-9E5D-0E8C6E657C6C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594AD9-9AD1-39EF-C688-C69DAAF2A7AC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EBE6170B-8460-179D-C2EA-6D32E447F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07639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E7ED3F-22FB-3D6F-BEAA-D0FD84A21C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EE0765-29AE-68DE-E8BB-4A0E03682DD2}"/>
              </a:ext>
            </a:extLst>
          </p:cNvPr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Purchase Drivers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63452DD-F188-CEAA-61F0-D79F4697E67A}"/>
              </a:ext>
            </a:extLst>
          </p:cNvPr>
          <p:cNvSpPr/>
          <p:nvPr/>
        </p:nvSpPr>
        <p:spPr>
          <a:xfrm>
            <a:off x="0" y="6318000"/>
            <a:ext cx="12192000" cy="540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Developed by </a:t>
            </a:r>
            <a:r>
              <a:rPr kumimoji="0" lang="en-US" sz="1600" b="0" i="0" u="none" strike="noStrike" kern="1200" cap="none" spc="30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orbel" panose="020B0503020204020204"/>
                <a:ea typeface="+mn-ea"/>
                <a:cs typeface="+mn-cs"/>
              </a:rPr>
              <a:t>Sunkken</a:t>
            </a:r>
            <a:endParaRPr kumimoji="0" lang="en-FI" sz="16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4282C14-BEEB-0FA1-F777-EEBC945A98B1}"/>
              </a:ext>
            </a:extLst>
          </p:cNvPr>
          <p:cNvSpPr/>
          <p:nvPr/>
        </p:nvSpPr>
        <p:spPr>
          <a:xfrm>
            <a:off x="0" y="6246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75E6F78-3439-10FB-91AC-726DFC803043}"/>
              </a:ext>
            </a:extLst>
          </p:cNvPr>
          <p:cNvSpPr/>
          <p:nvPr/>
        </p:nvSpPr>
        <p:spPr>
          <a:xfrm rot="13560818">
            <a:off x="5092372" y="-739866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8D8B5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7E3DD6-BDA7-AE6F-07C7-B379F318B82A}"/>
              </a:ext>
            </a:extLst>
          </p:cNvPr>
          <p:cNvSpPr/>
          <p:nvPr/>
        </p:nvSpPr>
        <p:spPr>
          <a:xfrm rot="13560818">
            <a:off x="6624158" y="-740498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41AEBD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1B0BE7E-1CE5-EBD0-AE10-C1412543EA40}"/>
              </a:ext>
            </a:extLst>
          </p:cNvPr>
          <p:cNvSpPr/>
          <p:nvPr/>
        </p:nvSpPr>
        <p:spPr>
          <a:xfrm rot="13560818">
            <a:off x="8155944" y="-740499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31828E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EDD6753-5CD9-A7B5-EBFD-7968D3F44B42}"/>
              </a:ext>
            </a:extLst>
          </p:cNvPr>
          <p:cNvSpPr/>
          <p:nvPr/>
        </p:nvSpPr>
        <p:spPr>
          <a:xfrm rot="13560818">
            <a:off x="9687731" y="-741762"/>
            <a:ext cx="2116871" cy="2412450"/>
          </a:xfrm>
          <a:custGeom>
            <a:avLst/>
            <a:gdLst>
              <a:gd name="connsiteX0" fmla="*/ 1493879 w 2116871"/>
              <a:gd name="connsiteY0" fmla="*/ 1422987 h 2412450"/>
              <a:gd name="connsiteX1" fmla="*/ 538820 w 2116871"/>
              <a:gd name="connsiteY1" fmla="*/ 2412450 h 2412450"/>
              <a:gd name="connsiteX2" fmla="*/ 407455 w 2116871"/>
              <a:gd name="connsiteY2" fmla="*/ 2399207 h 2412450"/>
              <a:gd name="connsiteX3" fmla="*/ 85637 w 2116871"/>
              <a:gd name="connsiteY3" fmla="*/ 2263786 h 2412450"/>
              <a:gd name="connsiteX4" fmla="*/ 0 w 2116871"/>
              <a:gd name="connsiteY4" fmla="*/ 2193128 h 2412450"/>
              <a:gd name="connsiteX5" fmla="*/ 2116871 w 2116871"/>
              <a:gd name="connsiteY5" fmla="*/ 0 h 2412450"/>
              <a:gd name="connsiteX6" fmla="*/ 2002036 w 2116871"/>
              <a:gd name="connsiteY6" fmla="*/ 143478 h 2412450"/>
              <a:gd name="connsiteX7" fmla="*/ 1499309 w 2116871"/>
              <a:gd name="connsiteY7" fmla="*/ 1321204 h 2412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16871" h="2412450">
                <a:moveTo>
                  <a:pt x="1493879" y="1422987"/>
                </a:moveTo>
                <a:lnTo>
                  <a:pt x="538820" y="2412450"/>
                </a:lnTo>
                <a:lnTo>
                  <a:pt x="407455" y="2399207"/>
                </a:lnTo>
                <a:cubicBezTo>
                  <a:pt x="290279" y="2375230"/>
                  <a:pt x="181398" y="2328481"/>
                  <a:pt x="85637" y="2263786"/>
                </a:cubicBezTo>
                <a:lnTo>
                  <a:pt x="0" y="2193128"/>
                </a:lnTo>
                <a:lnTo>
                  <a:pt x="2116871" y="0"/>
                </a:lnTo>
                <a:lnTo>
                  <a:pt x="2002036" y="143478"/>
                </a:lnTo>
                <a:cubicBezTo>
                  <a:pt x="1708779" y="536053"/>
                  <a:pt x="1541203" y="928629"/>
                  <a:pt x="1499309" y="1321204"/>
                </a:cubicBezTo>
                <a:close/>
              </a:path>
            </a:pathLst>
          </a:custGeom>
          <a:solidFill>
            <a:srgbClr val="123236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49C758F-DE0B-5705-5B59-46D75314F383}"/>
              </a:ext>
            </a:extLst>
          </p:cNvPr>
          <p:cNvSpPr/>
          <p:nvPr/>
        </p:nvSpPr>
        <p:spPr>
          <a:xfrm>
            <a:off x="0" y="540000"/>
            <a:ext cx="12192000" cy="72000"/>
          </a:xfrm>
          <a:prstGeom prst="rect">
            <a:avLst/>
          </a:prstGeom>
          <a:gradFill flip="none" rotWithShape="1">
            <a:gsLst>
              <a:gs pos="0">
                <a:srgbClr val="41AEBD"/>
              </a:gs>
              <a:gs pos="100000">
                <a:srgbClr val="123236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FI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544178-F77F-D827-07C5-791E289878C3}"/>
              </a:ext>
            </a:extLst>
          </p:cNvPr>
          <p:cNvSpPr txBox="1"/>
          <p:nvPr/>
        </p:nvSpPr>
        <p:spPr>
          <a:xfrm>
            <a:off x="9969917" y="39168"/>
            <a:ext cx="22220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Market   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>
                  <a:glow rad="76200">
                    <a:srgbClr val="FCB11C">
                      <a:alpha val="30000"/>
                    </a:srgbClr>
                  </a:glow>
                  <a:reflection blurRad="50800" stA="50000" endA="300" endPos="37000" dist="25400" dir="5400000" sy="-100000" algn="bl" rotWithShape="0"/>
                </a:effectLst>
                <a:uLnTx/>
                <a:uFillTx/>
                <a:latin typeface="Bauhaus 93" panose="04030905020B02020C02" pitchFamily="82" charset="0"/>
                <a:ea typeface="+mn-ea"/>
                <a:cs typeface="+mn-cs"/>
              </a:rPr>
              <a:t>Mindz</a:t>
            </a:r>
            <a:endParaRPr kumimoji="0" lang="en-FI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glow rad="76200">
                  <a:srgbClr val="FCB11C">
                    <a:alpha val="30000"/>
                  </a:srgbClr>
                </a:glow>
                <a:reflection blurRad="50800" stA="50000" endA="300" endPos="37000" dist="25400" dir="5400000" sy="-100000" algn="bl" rotWithShape="0"/>
              </a:effectLst>
              <a:uLnTx/>
              <a:uFillTx/>
              <a:latin typeface="Bauhaus 93" panose="04030905020B02020C02" pitchFamily="82" charset="0"/>
              <a:ea typeface="+mn-ea"/>
              <a:cs typeface="+mn-cs"/>
            </a:endParaRPr>
          </a:p>
        </p:txBody>
      </p:sp>
      <p:pic>
        <p:nvPicPr>
          <p:cNvPr id="20" name="Graphic 19" descr="Lightning bolt with solid fill">
            <a:extLst>
              <a:ext uri="{FF2B5EF4-FFF2-40B4-BE49-F238E27FC236}">
                <a16:creationId xmlns:a16="http://schemas.microsoft.com/office/drawing/2014/main" id="{0843F6FA-2C68-115F-9592-8164CF4C69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25762" y="124089"/>
            <a:ext cx="432000" cy="477726"/>
          </a:xfrm>
          <a:prstGeom prst="rect">
            <a:avLst/>
          </a:prstGeom>
          <a:effectLst>
            <a:glow rad="88900">
              <a:schemeClr val="tx1">
                <a:alpha val="35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4154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1942F3D-7C61-21F9-2DB6-1E8A837AF234}"/>
              </a:ext>
            </a:extLst>
          </p:cNvPr>
          <p:cNvSpPr/>
          <p:nvPr/>
        </p:nvSpPr>
        <p:spPr>
          <a:xfrm>
            <a:off x="1497258" y="2971800"/>
            <a:ext cx="914400" cy="914400"/>
          </a:xfrm>
          <a:prstGeom prst="rect">
            <a:avLst/>
          </a:prstGeom>
          <a:solidFill>
            <a:srgbClr val="455F5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0AF0D3-0830-3AFD-1F9E-50A5CB6080BE}"/>
              </a:ext>
            </a:extLst>
          </p:cNvPr>
          <p:cNvSpPr/>
          <p:nvPr/>
        </p:nvSpPr>
        <p:spPr>
          <a:xfrm>
            <a:off x="2651036" y="2971800"/>
            <a:ext cx="914400" cy="914400"/>
          </a:xfrm>
          <a:prstGeom prst="rect">
            <a:avLst/>
          </a:prstGeom>
          <a:solidFill>
            <a:srgbClr val="94D7E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F67308-2DAE-7262-69A4-A7EE3AC92783}"/>
              </a:ext>
            </a:extLst>
          </p:cNvPr>
          <p:cNvSpPr/>
          <p:nvPr/>
        </p:nvSpPr>
        <p:spPr>
          <a:xfrm>
            <a:off x="3804814" y="2971800"/>
            <a:ext cx="914400" cy="914400"/>
          </a:xfrm>
          <a:prstGeom prst="rect">
            <a:avLst/>
          </a:prstGeom>
          <a:solidFill>
            <a:srgbClr val="41AEB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606C8F-D23B-3316-3B3B-2417AFB45F32}"/>
              </a:ext>
            </a:extLst>
          </p:cNvPr>
          <p:cNvSpPr/>
          <p:nvPr/>
        </p:nvSpPr>
        <p:spPr>
          <a:xfrm>
            <a:off x="4958592" y="2971800"/>
            <a:ext cx="914400" cy="914400"/>
          </a:xfrm>
          <a:prstGeom prst="rect">
            <a:avLst/>
          </a:prstGeom>
          <a:solidFill>
            <a:srgbClr val="97E9D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10EF854-C623-E724-33CE-85AFF4E1334D}"/>
              </a:ext>
            </a:extLst>
          </p:cNvPr>
          <p:cNvSpPr/>
          <p:nvPr/>
        </p:nvSpPr>
        <p:spPr>
          <a:xfrm>
            <a:off x="6112370" y="2971800"/>
            <a:ext cx="914400" cy="914400"/>
          </a:xfrm>
          <a:prstGeom prst="rect">
            <a:avLst/>
          </a:prstGeom>
          <a:solidFill>
            <a:srgbClr val="A2CF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F77B761-366B-7B37-5425-C767C8ED86F2}"/>
              </a:ext>
            </a:extLst>
          </p:cNvPr>
          <p:cNvSpPr/>
          <p:nvPr/>
        </p:nvSpPr>
        <p:spPr>
          <a:xfrm>
            <a:off x="7266148" y="2971800"/>
            <a:ext cx="914400" cy="914400"/>
          </a:xfrm>
          <a:prstGeom prst="rect">
            <a:avLst/>
          </a:prstGeom>
          <a:solidFill>
            <a:srgbClr val="608F3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D63969-3210-E6F2-0CE0-14B934610AC9}"/>
              </a:ext>
            </a:extLst>
          </p:cNvPr>
          <p:cNvSpPr/>
          <p:nvPr/>
        </p:nvSpPr>
        <p:spPr>
          <a:xfrm>
            <a:off x="8419926" y="2971800"/>
            <a:ext cx="914400" cy="914400"/>
          </a:xfrm>
          <a:prstGeom prst="rect">
            <a:avLst/>
          </a:prstGeom>
          <a:solidFill>
            <a:srgbClr val="F4DE3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E4F8C6-BE0C-9665-5C01-6E4B03568227}"/>
              </a:ext>
            </a:extLst>
          </p:cNvPr>
          <p:cNvSpPr/>
          <p:nvPr/>
        </p:nvSpPr>
        <p:spPr>
          <a:xfrm>
            <a:off x="9573703" y="2971800"/>
            <a:ext cx="914400" cy="914400"/>
          </a:xfrm>
          <a:prstGeom prst="rect">
            <a:avLst/>
          </a:prstGeom>
          <a:solidFill>
            <a:srgbClr val="FCB1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10744630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144</TotalTime>
  <Words>31</Words>
  <Application>Microsoft Office PowerPoint</Application>
  <PresentationFormat>Widescreen</PresentationFormat>
  <Paragraphs>16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Arial</vt:lpstr>
      <vt:lpstr>Bauhaus 93</vt:lpstr>
      <vt:lpstr>Corbel</vt:lpstr>
      <vt:lpstr>Depth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Sundqvist</dc:creator>
  <cp:lastModifiedBy>Toni Sundqvist</cp:lastModifiedBy>
  <cp:revision>10</cp:revision>
  <dcterms:created xsi:type="dcterms:W3CDTF">2025-10-04T10:16:36Z</dcterms:created>
  <dcterms:modified xsi:type="dcterms:W3CDTF">2025-10-04T12:47:13Z</dcterms:modified>
</cp:coreProperties>
</file>